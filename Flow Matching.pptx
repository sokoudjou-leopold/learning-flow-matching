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8" r:id="rId12"/>
    <p:sldId id="270" r:id="rId13"/>
    <p:sldId id="269" r:id="rId14"/>
    <p:sldId id="271" r:id="rId15"/>
    <p:sldId id="286" r:id="rId16"/>
    <p:sldId id="272" r:id="rId17"/>
    <p:sldId id="287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8" r:id="rId26"/>
    <p:sldId id="280" r:id="rId27"/>
    <p:sldId id="281" r:id="rId28"/>
    <p:sldId id="282" r:id="rId29"/>
    <p:sldId id="283" r:id="rId30"/>
    <p:sldId id="284" r:id="rId31"/>
    <p:sldId id="285" r:id="rId32"/>
    <p:sldId id="289" r:id="rId33"/>
    <p:sldId id="290" r:id="rId34"/>
    <p:sldId id="291" r:id="rId35"/>
    <p:sldId id="292" r:id="rId36"/>
    <p:sldId id="293" r:id="rId37"/>
    <p:sldId id="267" r:id="rId38"/>
    <p:sldId id="257" r:id="rId39"/>
  </p:sldIdLst>
  <p:sldSz cx="12192000" cy="6858000"/>
  <p:notesSz cx="6858000" cy="9144000"/>
  <p:defaultTextStyle>
    <a:defPPr>
      <a:defRPr lang="en-CM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5917EF-6B83-4C85-A0AC-7DB3A52C0879}" v="351" dt="2026-10-25T23:10:29.9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opold SOKOUDJOU GATSING" userId="bc81bbcc09ece185" providerId="LiveId" clId="{E8A6048F-A3B8-4E3C-9410-B88DE27573D3}"/>
    <pc:docChg chg="undo custSel addSld modSld sldOrd">
      <pc:chgData name="Leopold SOKOUDJOU GATSING" userId="bc81bbcc09ece185" providerId="LiveId" clId="{E8A6048F-A3B8-4E3C-9410-B88DE27573D3}" dt="2026-10-25T23:41:02.988" v="6711" actId="14100"/>
      <pc:docMkLst>
        <pc:docMk/>
      </pc:docMkLst>
      <pc:sldChg chg="modSp new mod">
        <pc:chgData name="Leopold SOKOUDJOU GATSING" userId="bc81bbcc09ece185" providerId="LiveId" clId="{E8A6048F-A3B8-4E3C-9410-B88DE27573D3}" dt="2026-10-25T09:16:20.242" v="34" actId="20577"/>
        <pc:sldMkLst>
          <pc:docMk/>
          <pc:sldMk cId="3052346739" sldId="256"/>
        </pc:sldMkLst>
        <pc:spChg chg="mod">
          <ac:chgData name="Leopold SOKOUDJOU GATSING" userId="bc81bbcc09ece185" providerId="LiveId" clId="{E8A6048F-A3B8-4E3C-9410-B88DE27573D3}" dt="2026-10-25T09:16:20.242" v="34" actId="20577"/>
          <ac:spMkLst>
            <pc:docMk/>
            <pc:sldMk cId="3052346739" sldId="256"/>
            <ac:spMk id="2" creationId="{E087DE12-ADB2-B02C-6EB2-B0265E163B79}"/>
          </ac:spMkLst>
        </pc:spChg>
      </pc:sldChg>
      <pc:sldChg chg="modSp new mod">
        <pc:chgData name="Leopold SOKOUDJOU GATSING" userId="bc81bbcc09ece185" providerId="LiveId" clId="{E8A6048F-A3B8-4E3C-9410-B88DE27573D3}" dt="2026-10-25T09:16:06.158" v="17" actId="20577"/>
        <pc:sldMkLst>
          <pc:docMk/>
          <pc:sldMk cId="3304232584" sldId="257"/>
        </pc:sldMkLst>
        <pc:spChg chg="mod">
          <ac:chgData name="Leopold SOKOUDJOU GATSING" userId="bc81bbcc09ece185" providerId="LiveId" clId="{E8A6048F-A3B8-4E3C-9410-B88DE27573D3}" dt="2026-10-25T09:11:10.280" v="10" actId="20577"/>
          <ac:spMkLst>
            <pc:docMk/>
            <pc:sldMk cId="3304232584" sldId="257"/>
            <ac:spMk id="2" creationId="{E319E750-6EBC-EA79-C10A-06FA02E51903}"/>
          </ac:spMkLst>
        </pc:spChg>
        <pc:spChg chg="mod">
          <ac:chgData name="Leopold SOKOUDJOU GATSING" userId="bc81bbcc09ece185" providerId="LiveId" clId="{E8A6048F-A3B8-4E3C-9410-B88DE27573D3}" dt="2026-10-25T09:16:06.158" v="17" actId="20577"/>
          <ac:spMkLst>
            <pc:docMk/>
            <pc:sldMk cId="3304232584" sldId="257"/>
            <ac:spMk id="3" creationId="{6E616933-0F3E-9256-645E-733B5BDDBC75}"/>
          </ac:spMkLst>
        </pc:spChg>
      </pc:sldChg>
      <pc:sldChg chg="addSp modSp new mod">
        <pc:chgData name="Leopold SOKOUDJOU GATSING" userId="bc81bbcc09ece185" providerId="LiveId" clId="{E8A6048F-A3B8-4E3C-9410-B88DE27573D3}" dt="2026-10-25T10:03:32.519" v="474" actId="113"/>
        <pc:sldMkLst>
          <pc:docMk/>
          <pc:sldMk cId="1699560917" sldId="258"/>
        </pc:sldMkLst>
        <pc:spChg chg="mod">
          <ac:chgData name="Leopold SOKOUDJOU GATSING" userId="bc81bbcc09ece185" providerId="LiveId" clId="{E8A6048F-A3B8-4E3C-9410-B88DE27573D3}" dt="2026-10-25T09:19:57.875" v="167" actId="1076"/>
          <ac:spMkLst>
            <pc:docMk/>
            <pc:sldMk cId="1699560917" sldId="258"/>
            <ac:spMk id="2" creationId="{F20CBA90-B5BD-7D94-EF14-36632E3B8C1F}"/>
          </ac:spMkLst>
        </pc:spChg>
        <pc:spChg chg="mod">
          <ac:chgData name="Leopold SOKOUDJOU GATSING" userId="bc81bbcc09ece185" providerId="LiveId" clId="{E8A6048F-A3B8-4E3C-9410-B88DE27573D3}" dt="2026-10-25T10:03:32.519" v="474" actId="113"/>
          <ac:spMkLst>
            <pc:docMk/>
            <pc:sldMk cId="1699560917" sldId="258"/>
            <ac:spMk id="3" creationId="{9AEBE98C-10EF-2004-6EAA-3B09F584CB37}"/>
          </ac:spMkLst>
        </pc:spChg>
        <pc:spChg chg="add mod">
          <ac:chgData name="Leopold SOKOUDJOU GATSING" userId="bc81bbcc09ece185" providerId="LiveId" clId="{E8A6048F-A3B8-4E3C-9410-B88DE27573D3}" dt="2026-10-25T10:00:28.516" v="325" actId="1076"/>
          <ac:spMkLst>
            <pc:docMk/>
            <pc:sldMk cId="1699560917" sldId="258"/>
            <ac:spMk id="4" creationId="{D95563B5-081B-C3A7-0F28-CFDA2972F3CA}"/>
          </ac:spMkLst>
        </pc:spChg>
        <pc:spChg chg="add mod">
          <ac:chgData name="Leopold SOKOUDJOU GATSING" userId="bc81bbcc09ece185" providerId="LiveId" clId="{E8A6048F-A3B8-4E3C-9410-B88DE27573D3}" dt="2026-10-25T10:00:44.420" v="331" actId="20577"/>
          <ac:spMkLst>
            <pc:docMk/>
            <pc:sldMk cId="1699560917" sldId="258"/>
            <ac:spMk id="5" creationId="{6F9CE838-CAFE-0EFF-9E95-844E03F48F82}"/>
          </ac:spMkLst>
        </pc:spChg>
        <pc:spChg chg="add mod">
          <ac:chgData name="Leopold SOKOUDJOU GATSING" userId="bc81bbcc09ece185" providerId="LiveId" clId="{E8A6048F-A3B8-4E3C-9410-B88DE27573D3}" dt="2026-10-25T09:59:48.777" v="318" actId="122"/>
          <ac:spMkLst>
            <pc:docMk/>
            <pc:sldMk cId="1699560917" sldId="258"/>
            <ac:spMk id="7" creationId="{0A610368-71DA-B91A-191F-6841B5CE1F3F}"/>
          </ac:spMkLst>
        </pc:spChg>
        <pc:spChg chg="add mod">
          <ac:chgData name="Leopold SOKOUDJOU GATSING" userId="bc81bbcc09ece185" providerId="LiveId" clId="{E8A6048F-A3B8-4E3C-9410-B88DE27573D3}" dt="2026-10-25T10:00:18.377" v="324" actId="688"/>
          <ac:spMkLst>
            <pc:docMk/>
            <pc:sldMk cId="1699560917" sldId="258"/>
            <ac:spMk id="8" creationId="{919D34B2-DC9B-FF52-A50F-4AD5CF9CFAD4}"/>
          </ac:spMkLst>
        </pc:spChg>
        <pc:spChg chg="add mod">
          <ac:chgData name="Leopold SOKOUDJOU GATSING" userId="bc81bbcc09ece185" providerId="LiveId" clId="{E8A6048F-A3B8-4E3C-9410-B88DE27573D3}" dt="2026-10-25T10:00:15.601" v="323" actId="688"/>
          <ac:spMkLst>
            <pc:docMk/>
            <pc:sldMk cId="1699560917" sldId="258"/>
            <ac:spMk id="10" creationId="{911B7DAE-96BD-B09B-0497-2981A6920068}"/>
          </ac:spMkLst>
        </pc:spChg>
        <pc:picChg chg="add mod">
          <ac:chgData name="Leopold SOKOUDJOU GATSING" userId="bc81bbcc09ece185" providerId="LiveId" clId="{E8A6048F-A3B8-4E3C-9410-B88DE27573D3}" dt="2026-10-25T10:01:47.876" v="415" actId="1076"/>
          <ac:picMkLst>
            <pc:docMk/>
            <pc:sldMk cId="1699560917" sldId="258"/>
            <ac:picMk id="12" creationId="{B63EA220-C9F3-912E-23C6-F9933385AA0A}"/>
          </ac:picMkLst>
        </pc:picChg>
        <pc:picChg chg="add mod">
          <ac:chgData name="Leopold SOKOUDJOU GATSING" userId="bc81bbcc09ece185" providerId="LiveId" clId="{E8A6048F-A3B8-4E3C-9410-B88DE27573D3}" dt="2026-10-25T10:03:10.379" v="472" actId="1076"/>
          <ac:picMkLst>
            <pc:docMk/>
            <pc:sldMk cId="1699560917" sldId="258"/>
            <ac:picMk id="14" creationId="{9FCE44AA-3FFB-B0BC-43CC-16C9854BFCD9}"/>
          </ac:picMkLst>
        </pc:picChg>
      </pc:sldChg>
      <pc:sldChg chg="addSp delSp modSp new mod">
        <pc:chgData name="Leopold SOKOUDJOU GATSING" userId="bc81bbcc09ece185" providerId="LiveId" clId="{E8A6048F-A3B8-4E3C-9410-B88DE27573D3}" dt="2026-10-25T10:10:34.587" v="975" actId="1076"/>
        <pc:sldMkLst>
          <pc:docMk/>
          <pc:sldMk cId="2854762876" sldId="259"/>
        </pc:sldMkLst>
        <pc:spChg chg="add del mod">
          <ac:chgData name="Leopold SOKOUDJOU GATSING" userId="bc81bbcc09ece185" providerId="LiveId" clId="{E8A6048F-A3B8-4E3C-9410-B88DE27573D3}" dt="2026-10-25T10:06:22.429" v="539" actId="1076"/>
          <ac:spMkLst>
            <pc:docMk/>
            <pc:sldMk cId="2854762876" sldId="259"/>
            <ac:spMk id="2" creationId="{381FCD99-9D40-43D7-30F2-EF5BED840BC5}"/>
          </ac:spMkLst>
        </pc:spChg>
        <pc:spChg chg="mod">
          <ac:chgData name="Leopold SOKOUDJOU GATSING" userId="bc81bbcc09ece185" providerId="LiveId" clId="{E8A6048F-A3B8-4E3C-9410-B88DE27573D3}" dt="2026-10-25T10:10:19.007" v="971" actId="20577"/>
          <ac:spMkLst>
            <pc:docMk/>
            <pc:sldMk cId="2854762876" sldId="259"/>
            <ac:spMk id="3" creationId="{EF8B3E92-46E9-167C-24C2-D1CF90516DDA}"/>
          </ac:spMkLst>
        </pc:spChg>
        <pc:picChg chg="add mod">
          <ac:chgData name="Leopold SOKOUDJOU GATSING" userId="bc81bbcc09ece185" providerId="LiveId" clId="{E8A6048F-A3B8-4E3C-9410-B88DE27573D3}" dt="2026-10-25T10:10:34.587" v="975" actId="1076"/>
          <ac:picMkLst>
            <pc:docMk/>
            <pc:sldMk cId="2854762876" sldId="259"/>
            <ac:picMk id="5" creationId="{F6E6FAB3-FC41-EB58-1272-7CB649376E93}"/>
          </ac:picMkLst>
        </pc:picChg>
      </pc:sldChg>
      <pc:sldChg chg="addSp modSp new mod">
        <pc:chgData name="Leopold SOKOUDJOU GATSING" userId="bc81bbcc09ece185" providerId="LiveId" clId="{E8A6048F-A3B8-4E3C-9410-B88DE27573D3}" dt="2026-10-25T10:15:39.564" v="1120" actId="14100"/>
        <pc:sldMkLst>
          <pc:docMk/>
          <pc:sldMk cId="3526998729" sldId="260"/>
        </pc:sldMkLst>
        <pc:spChg chg="mod">
          <ac:chgData name="Leopold SOKOUDJOU GATSING" userId="bc81bbcc09ece185" providerId="LiveId" clId="{E8A6048F-A3B8-4E3C-9410-B88DE27573D3}" dt="2026-10-25T10:15:39.564" v="1120" actId="14100"/>
          <ac:spMkLst>
            <pc:docMk/>
            <pc:sldMk cId="3526998729" sldId="260"/>
            <ac:spMk id="2" creationId="{15D93837-C254-52A4-12C3-A44395EB0663}"/>
          </ac:spMkLst>
        </pc:spChg>
        <pc:spChg chg="mod">
          <ac:chgData name="Leopold SOKOUDJOU GATSING" userId="bc81bbcc09ece185" providerId="LiveId" clId="{E8A6048F-A3B8-4E3C-9410-B88DE27573D3}" dt="2026-10-25T10:14:30.774" v="1116" actId="20577"/>
          <ac:spMkLst>
            <pc:docMk/>
            <pc:sldMk cId="3526998729" sldId="260"/>
            <ac:spMk id="3" creationId="{1E55C782-5D66-4BC3-6F05-1B89BA038A81}"/>
          </ac:spMkLst>
        </pc:spChg>
        <pc:picChg chg="add mod">
          <ac:chgData name="Leopold SOKOUDJOU GATSING" userId="bc81bbcc09ece185" providerId="LiveId" clId="{E8A6048F-A3B8-4E3C-9410-B88DE27573D3}" dt="2026-10-25T10:14:13.279" v="1081" actId="1076"/>
          <ac:picMkLst>
            <pc:docMk/>
            <pc:sldMk cId="3526998729" sldId="260"/>
            <ac:picMk id="5" creationId="{A4A1133E-C8EE-CDE1-A236-63C132B9D3D3}"/>
          </ac:picMkLst>
        </pc:picChg>
        <pc:picChg chg="add mod">
          <ac:chgData name="Leopold SOKOUDJOU GATSING" userId="bc81bbcc09ece185" providerId="LiveId" clId="{E8A6048F-A3B8-4E3C-9410-B88DE27573D3}" dt="2026-10-25T10:15:33.505" v="1119" actId="14100"/>
          <ac:picMkLst>
            <pc:docMk/>
            <pc:sldMk cId="3526998729" sldId="260"/>
            <ac:picMk id="7" creationId="{D3EC3654-F8D6-B830-0F1E-22C903BC8277}"/>
          </ac:picMkLst>
        </pc:picChg>
      </pc:sldChg>
      <pc:sldChg chg="modSp new mod">
        <pc:chgData name="Leopold SOKOUDJOU GATSING" userId="bc81bbcc09ece185" providerId="LiveId" clId="{E8A6048F-A3B8-4E3C-9410-B88DE27573D3}" dt="2026-10-25T11:03:45.946" v="2575" actId="20577"/>
        <pc:sldMkLst>
          <pc:docMk/>
          <pc:sldMk cId="2328557242" sldId="261"/>
        </pc:sldMkLst>
        <pc:spChg chg="mod">
          <ac:chgData name="Leopold SOKOUDJOU GATSING" userId="bc81bbcc09ece185" providerId="LiveId" clId="{E8A6048F-A3B8-4E3C-9410-B88DE27573D3}" dt="2026-10-25T10:22:15.261" v="1157" actId="1076"/>
          <ac:spMkLst>
            <pc:docMk/>
            <pc:sldMk cId="2328557242" sldId="261"/>
            <ac:spMk id="2" creationId="{28621857-3169-B98D-304C-865609E0204A}"/>
          </ac:spMkLst>
        </pc:spChg>
        <pc:spChg chg="mod">
          <ac:chgData name="Leopold SOKOUDJOU GATSING" userId="bc81bbcc09ece185" providerId="LiveId" clId="{E8A6048F-A3B8-4E3C-9410-B88DE27573D3}" dt="2026-10-25T11:03:45.946" v="2575" actId="20577"/>
          <ac:spMkLst>
            <pc:docMk/>
            <pc:sldMk cId="2328557242" sldId="261"/>
            <ac:spMk id="3" creationId="{8BF39155-49CE-687A-C541-D1FEDB6F6B36}"/>
          </ac:spMkLst>
        </pc:spChg>
      </pc:sldChg>
      <pc:sldChg chg="addSp modSp new mod">
        <pc:chgData name="Leopold SOKOUDJOU GATSING" userId="bc81bbcc09ece185" providerId="LiveId" clId="{E8A6048F-A3B8-4E3C-9410-B88DE27573D3}" dt="2026-10-25T11:03:55.891" v="2578" actId="20577"/>
        <pc:sldMkLst>
          <pc:docMk/>
          <pc:sldMk cId="2837434521" sldId="262"/>
        </pc:sldMkLst>
        <pc:spChg chg="mod">
          <ac:chgData name="Leopold SOKOUDJOU GATSING" userId="bc81bbcc09ece185" providerId="LiveId" clId="{E8A6048F-A3B8-4E3C-9410-B88DE27573D3}" dt="2026-10-25T10:57:53.868" v="2287" actId="27636"/>
          <ac:spMkLst>
            <pc:docMk/>
            <pc:sldMk cId="2837434521" sldId="262"/>
            <ac:spMk id="2" creationId="{E77CC50E-705E-3637-4B4F-216273BCBAE8}"/>
          </ac:spMkLst>
        </pc:spChg>
        <pc:spChg chg="mod">
          <ac:chgData name="Leopold SOKOUDJOU GATSING" userId="bc81bbcc09ece185" providerId="LiveId" clId="{E8A6048F-A3B8-4E3C-9410-B88DE27573D3}" dt="2026-10-25T11:03:55.891" v="2578" actId="20577"/>
          <ac:spMkLst>
            <pc:docMk/>
            <pc:sldMk cId="2837434521" sldId="262"/>
            <ac:spMk id="3" creationId="{3C82B039-30DB-89BC-4703-2DA17A7AEBC8}"/>
          </ac:spMkLst>
        </pc:spChg>
        <pc:picChg chg="add mod">
          <ac:chgData name="Leopold SOKOUDJOU GATSING" userId="bc81bbcc09ece185" providerId="LiveId" clId="{E8A6048F-A3B8-4E3C-9410-B88DE27573D3}" dt="2026-10-25T10:58:01.550" v="2291" actId="14100"/>
          <ac:picMkLst>
            <pc:docMk/>
            <pc:sldMk cId="2837434521" sldId="262"/>
            <ac:picMk id="5" creationId="{2F61FC02-4426-008F-5C83-918005B11869}"/>
          </ac:picMkLst>
        </pc:picChg>
      </pc:sldChg>
      <pc:sldChg chg="addSp modSp new mod">
        <pc:chgData name="Leopold SOKOUDJOU GATSING" userId="bc81bbcc09ece185" providerId="LiveId" clId="{E8A6048F-A3B8-4E3C-9410-B88DE27573D3}" dt="2026-10-25T11:07:34.693" v="2655" actId="1076"/>
        <pc:sldMkLst>
          <pc:docMk/>
          <pc:sldMk cId="3212673388" sldId="263"/>
        </pc:sldMkLst>
        <pc:spChg chg="mod">
          <ac:chgData name="Leopold SOKOUDJOU GATSING" userId="bc81bbcc09ece185" providerId="LiveId" clId="{E8A6048F-A3B8-4E3C-9410-B88DE27573D3}" dt="2026-10-25T10:58:36.544" v="2322" actId="27636"/>
          <ac:spMkLst>
            <pc:docMk/>
            <pc:sldMk cId="3212673388" sldId="263"/>
            <ac:spMk id="2" creationId="{3A567621-2522-E656-C755-F2969DBA4BCA}"/>
          </ac:spMkLst>
        </pc:spChg>
        <pc:spChg chg="mod">
          <ac:chgData name="Leopold SOKOUDJOU GATSING" userId="bc81bbcc09ece185" providerId="LiveId" clId="{E8A6048F-A3B8-4E3C-9410-B88DE27573D3}" dt="2026-10-25T11:00:03.808" v="2464" actId="20577"/>
          <ac:spMkLst>
            <pc:docMk/>
            <pc:sldMk cId="3212673388" sldId="263"/>
            <ac:spMk id="3" creationId="{EFFE4631-803F-CED9-2EBB-FE40556942AB}"/>
          </ac:spMkLst>
        </pc:spChg>
        <pc:picChg chg="add mod">
          <ac:chgData name="Leopold SOKOUDJOU GATSING" userId="bc81bbcc09ece185" providerId="LiveId" clId="{E8A6048F-A3B8-4E3C-9410-B88DE27573D3}" dt="2026-10-25T11:07:34.693" v="2655" actId="1076"/>
          <ac:picMkLst>
            <pc:docMk/>
            <pc:sldMk cId="3212673388" sldId="263"/>
            <ac:picMk id="5" creationId="{788ED105-4D68-8AD4-0DBA-135D07E05CAD}"/>
          </ac:picMkLst>
        </pc:picChg>
        <pc:picChg chg="add mod">
          <ac:chgData name="Leopold SOKOUDJOU GATSING" userId="bc81bbcc09ece185" providerId="LiveId" clId="{E8A6048F-A3B8-4E3C-9410-B88DE27573D3}" dt="2026-10-25T11:07:23.810" v="2653" actId="1076"/>
          <ac:picMkLst>
            <pc:docMk/>
            <pc:sldMk cId="3212673388" sldId="263"/>
            <ac:picMk id="7" creationId="{06418143-748F-A1FC-3432-3321E20430E4}"/>
          </ac:picMkLst>
        </pc:picChg>
      </pc:sldChg>
      <pc:sldChg chg="addSp modSp new mod">
        <pc:chgData name="Leopold SOKOUDJOU GATSING" userId="bc81bbcc09ece185" providerId="LiveId" clId="{E8A6048F-A3B8-4E3C-9410-B88DE27573D3}" dt="2026-10-25T11:22:44.411" v="3126" actId="20577"/>
        <pc:sldMkLst>
          <pc:docMk/>
          <pc:sldMk cId="1471712144" sldId="264"/>
        </pc:sldMkLst>
        <pc:spChg chg="mod">
          <ac:chgData name="Leopold SOKOUDJOU GATSING" userId="bc81bbcc09ece185" providerId="LiveId" clId="{E8A6048F-A3B8-4E3C-9410-B88DE27573D3}" dt="2026-10-25T11:02:27.888" v="2492" actId="14100"/>
          <ac:spMkLst>
            <pc:docMk/>
            <pc:sldMk cId="1471712144" sldId="264"/>
            <ac:spMk id="2" creationId="{7CA30007-246C-848E-9AB5-E49A9B253541}"/>
          </ac:spMkLst>
        </pc:spChg>
        <pc:spChg chg="mod">
          <ac:chgData name="Leopold SOKOUDJOU GATSING" userId="bc81bbcc09ece185" providerId="LiveId" clId="{E8A6048F-A3B8-4E3C-9410-B88DE27573D3}" dt="2026-10-25T11:19:36.130" v="3083" actId="20577"/>
          <ac:spMkLst>
            <pc:docMk/>
            <pc:sldMk cId="1471712144" sldId="264"/>
            <ac:spMk id="3" creationId="{EB6026A1-EB8C-3127-50C1-6891CC2E5FDC}"/>
          </ac:spMkLst>
        </pc:spChg>
        <pc:spChg chg="add mod">
          <ac:chgData name="Leopold SOKOUDJOU GATSING" userId="bc81bbcc09ece185" providerId="LiveId" clId="{E8A6048F-A3B8-4E3C-9410-B88DE27573D3}" dt="2026-10-25T11:22:44.411" v="3126" actId="20577"/>
          <ac:spMkLst>
            <pc:docMk/>
            <pc:sldMk cId="1471712144" sldId="264"/>
            <ac:spMk id="4" creationId="{5D414862-C005-7A2F-D50C-A2CC949F9431}"/>
          </ac:spMkLst>
        </pc:spChg>
      </pc:sldChg>
      <pc:sldChg chg="addSp modSp new mod">
        <pc:chgData name="Leopold SOKOUDJOU GATSING" userId="bc81bbcc09ece185" providerId="LiveId" clId="{E8A6048F-A3B8-4E3C-9410-B88DE27573D3}" dt="2026-10-25T11:26:47.503" v="3132" actId="1076"/>
        <pc:sldMkLst>
          <pc:docMk/>
          <pc:sldMk cId="738178590" sldId="265"/>
        </pc:sldMkLst>
        <pc:picChg chg="add mod">
          <ac:chgData name="Leopold SOKOUDJOU GATSING" userId="bc81bbcc09ece185" providerId="LiveId" clId="{E8A6048F-A3B8-4E3C-9410-B88DE27573D3}" dt="2026-10-25T11:26:47.503" v="3132" actId="1076"/>
          <ac:picMkLst>
            <pc:docMk/>
            <pc:sldMk cId="738178590" sldId="265"/>
            <ac:picMk id="5" creationId="{5E871E5F-33ED-0AD6-6F27-4AD681E4DC86}"/>
          </ac:picMkLst>
        </pc:picChg>
      </pc:sldChg>
      <pc:sldChg chg="addSp modSp new mod">
        <pc:chgData name="Leopold SOKOUDJOU GATSING" userId="bc81bbcc09ece185" providerId="LiveId" clId="{E8A6048F-A3B8-4E3C-9410-B88DE27573D3}" dt="2026-10-25T11:37:07.712" v="3411" actId="20577"/>
        <pc:sldMkLst>
          <pc:docMk/>
          <pc:sldMk cId="3498579494" sldId="266"/>
        </pc:sldMkLst>
        <pc:spChg chg="mod">
          <ac:chgData name="Leopold SOKOUDJOU GATSING" userId="bc81bbcc09ece185" providerId="LiveId" clId="{E8A6048F-A3B8-4E3C-9410-B88DE27573D3}" dt="2026-10-25T11:29:00.708" v="3176" actId="1076"/>
          <ac:spMkLst>
            <pc:docMk/>
            <pc:sldMk cId="3498579494" sldId="266"/>
            <ac:spMk id="2" creationId="{4503273E-C572-4F20-5780-284915BF4DB8}"/>
          </ac:spMkLst>
        </pc:spChg>
        <pc:spChg chg="mod">
          <ac:chgData name="Leopold SOKOUDJOU GATSING" userId="bc81bbcc09ece185" providerId="LiveId" clId="{E8A6048F-A3B8-4E3C-9410-B88DE27573D3}" dt="2026-10-25T11:37:07.712" v="3411" actId="20577"/>
          <ac:spMkLst>
            <pc:docMk/>
            <pc:sldMk cId="3498579494" sldId="266"/>
            <ac:spMk id="3" creationId="{698F00AC-A791-9766-A4CA-82C21C7A49B1}"/>
          </ac:spMkLst>
        </pc:spChg>
        <pc:picChg chg="add mod">
          <ac:chgData name="Leopold SOKOUDJOU GATSING" userId="bc81bbcc09ece185" providerId="LiveId" clId="{E8A6048F-A3B8-4E3C-9410-B88DE27573D3}" dt="2026-10-25T11:29:27.201" v="3182" actId="1076"/>
          <ac:picMkLst>
            <pc:docMk/>
            <pc:sldMk cId="3498579494" sldId="266"/>
            <ac:picMk id="5" creationId="{E925B387-515A-1C15-0C3A-4EC7D0B64154}"/>
          </ac:picMkLst>
        </pc:picChg>
      </pc:sldChg>
      <pc:sldChg chg="addSp delSp modSp new mod">
        <pc:chgData name="Leopold SOKOUDJOU GATSING" userId="bc81bbcc09ece185" providerId="LiveId" clId="{E8A6048F-A3B8-4E3C-9410-B88DE27573D3}" dt="2026-10-25T22:25:37.799" v="6563" actId="207"/>
        <pc:sldMkLst>
          <pc:docMk/>
          <pc:sldMk cId="2196115058" sldId="267"/>
        </pc:sldMkLst>
        <pc:spChg chg="mod">
          <ac:chgData name="Leopold SOKOUDJOU GATSING" userId="bc81bbcc09ece185" providerId="LiveId" clId="{E8A6048F-A3B8-4E3C-9410-B88DE27573D3}" dt="2026-10-25T22:25:37.799" v="6563" actId="207"/>
          <ac:spMkLst>
            <pc:docMk/>
            <pc:sldMk cId="2196115058" sldId="267"/>
            <ac:spMk id="2" creationId="{3F49BC4E-5E05-E420-6F69-CC5A1F1546A3}"/>
          </ac:spMkLst>
        </pc:spChg>
        <pc:spChg chg="del mod">
          <ac:chgData name="Leopold SOKOUDJOU GATSING" userId="bc81bbcc09ece185" providerId="LiveId" clId="{E8A6048F-A3B8-4E3C-9410-B88DE27573D3}" dt="2026-10-25T22:22:28.414" v="6471" actId="478"/>
          <ac:spMkLst>
            <pc:docMk/>
            <pc:sldMk cId="2196115058" sldId="267"/>
            <ac:spMk id="3" creationId="{397D32D8-6DF5-4FB0-ABB9-09C5B9CDEBCD}"/>
          </ac:spMkLst>
        </pc:spChg>
        <pc:picChg chg="add mod">
          <ac:chgData name="Leopold SOKOUDJOU GATSING" userId="bc81bbcc09ece185" providerId="LiveId" clId="{E8A6048F-A3B8-4E3C-9410-B88DE27573D3}" dt="2026-10-25T22:21:59.769" v="6465" actId="1076"/>
          <ac:picMkLst>
            <pc:docMk/>
            <pc:sldMk cId="2196115058" sldId="267"/>
            <ac:picMk id="5" creationId="{4EB68D05-E874-D337-7CE2-D584598382AB}"/>
          </ac:picMkLst>
        </pc:picChg>
        <pc:picChg chg="add mod">
          <ac:chgData name="Leopold SOKOUDJOU GATSING" userId="bc81bbcc09ece185" providerId="LiveId" clId="{E8A6048F-A3B8-4E3C-9410-B88DE27573D3}" dt="2026-10-25T22:22:04.830" v="6467" actId="208"/>
          <ac:picMkLst>
            <pc:docMk/>
            <pc:sldMk cId="2196115058" sldId="267"/>
            <ac:picMk id="7" creationId="{807E6765-BF3A-3989-742E-2889ED079E16}"/>
          </ac:picMkLst>
        </pc:picChg>
        <pc:picChg chg="add mod">
          <ac:chgData name="Leopold SOKOUDJOU GATSING" userId="bc81bbcc09ece185" providerId="LiveId" clId="{E8A6048F-A3B8-4E3C-9410-B88DE27573D3}" dt="2026-10-25T22:22:22.941" v="6470" actId="208"/>
          <ac:picMkLst>
            <pc:docMk/>
            <pc:sldMk cId="2196115058" sldId="267"/>
            <ac:picMk id="9" creationId="{F492F80C-5366-200C-1C29-B17F35D0B0EC}"/>
          </ac:picMkLst>
        </pc:picChg>
      </pc:sldChg>
      <pc:sldChg chg="addSp modSp new mod">
        <pc:chgData name="Leopold SOKOUDJOU GATSING" userId="bc81bbcc09ece185" providerId="LiveId" clId="{E8A6048F-A3B8-4E3C-9410-B88DE27573D3}" dt="2026-10-25T16:04:56.004" v="4281" actId="20577"/>
        <pc:sldMkLst>
          <pc:docMk/>
          <pc:sldMk cId="967622501" sldId="268"/>
        </pc:sldMkLst>
        <pc:spChg chg="mod">
          <ac:chgData name="Leopold SOKOUDJOU GATSING" userId="bc81bbcc09ece185" providerId="LiveId" clId="{E8A6048F-A3B8-4E3C-9410-B88DE27573D3}" dt="2026-10-25T16:04:56.004" v="4281" actId="20577"/>
          <ac:spMkLst>
            <pc:docMk/>
            <pc:sldMk cId="967622501" sldId="268"/>
            <ac:spMk id="2" creationId="{386EB5AC-CAC5-2B44-86F3-698BF5FB3771}"/>
          </ac:spMkLst>
        </pc:spChg>
        <pc:spChg chg="mod">
          <ac:chgData name="Leopold SOKOUDJOU GATSING" userId="bc81bbcc09ece185" providerId="LiveId" clId="{E8A6048F-A3B8-4E3C-9410-B88DE27573D3}" dt="2026-10-25T14:57:44.843" v="4029" actId="113"/>
          <ac:spMkLst>
            <pc:docMk/>
            <pc:sldMk cId="967622501" sldId="268"/>
            <ac:spMk id="3" creationId="{7E4B7977-3849-2EF1-7E7A-3E9054F4F1B7}"/>
          </ac:spMkLst>
        </pc:spChg>
        <pc:spChg chg="add mod">
          <ac:chgData name="Leopold SOKOUDJOU GATSING" userId="bc81bbcc09ece185" providerId="LiveId" clId="{E8A6048F-A3B8-4E3C-9410-B88DE27573D3}" dt="2026-10-25T16:03:25.409" v="4274" actId="113"/>
          <ac:spMkLst>
            <pc:docMk/>
            <pc:sldMk cId="967622501" sldId="268"/>
            <ac:spMk id="4" creationId="{CDB5C4F2-41C2-45AC-D260-F1A7E5B71B82}"/>
          </ac:spMkLst>
        </pc:spChg>
      </pc:sldChg>
      <pc:sldChg chg="addSp modSp new mod">
        <pc:chgData name="Leopold SOKOUDJOU GATSING" userId="bc81bbcc09ece185" providerId="LiveId" clId="{E8A6048F-A3B8-4E3C-9410-B88DE27573D3}" dt="2026-10-25T16:04:23.596" v="4280" actId="208"/>
        <pc:sldMkLst>
          <pc:docMk/>
          <pc:sldMk cId="544684777" sldId="269"/>
        </pc:sldMkLst>
        <pc:picChg chg="add mod">
          <ac:chgData name="Leopold SOKOUDJOU GATSING" userId="bc81bbcc09ece185" providerId="LiveId" clId="{E8A6048F-A3B8-4E3C-9410-B88DE27573D3}" dt="2026-10-25T16:04:23.596" v="4280" actId="208"/>
          <ac:picMkLst>
            <pc:docMk/>
            <pc:sldMk cId="544684777" sldId="269"/>
            <ac:picMk id="5" creationId="{4CB4192D-69E8-0C8C-23D0-A83E68FCB192}"/>
          </ac:picMkLst>
        </pc:picChg>
      </pc:sldChg>
      <pc:sldChg chg="addSp modSp new mod ord">
        <pc:chgData name="Leopold SOKOUDJOU GATSING" userId="bc81bbcc09ece185" providerId="LiveId" clId="{E8A6048F-A3B8-4E3C-9410-B88DE27573D3}" dt="2026-10-25T16:07:49.830" v="4593" actId="20577"/>
        <pc:sldMkLst>
          <pc:docMk/>
          <pc:sldMk cId="1601230170" sldId="270"/>
        </pc:sldMkLst>
        <pc:spChg chg="mod">
          <ac:chgData name="Leopold SOKOUDJOU GATSING" userId="bc81bbcc09ece185" providerId="LiveId" clId="{E8A6048F-A3B8-4E3C-9410-B88DE27573D3}" dt="2026-10-25T16:07:49.830" v="4593" actId="20577"/>
          <ac:spMkLst>
            <pc:docMk/>
            <pc:sldMk cId="1601230170" sldId="270"/>
            <ac:spMk id="3" creationId="{84AAACDF-6C19-EB3D-D9A4-8A588F55E6C4}"/>
          </ac:spMkLst>
        </pc:spChg>
        <pc:picChg chg="add mod">
          <ac:chgData name="Leopold SOKOUDJOU GATSING" userId="bc81bbcc09ece185" providerId="LiveId" clId="{E8A6048F-A3B8-4E3C-9410-B88DE27573D3}" dt="2026-10-25T15:50:27.187" v="4067" actId="14100"/>
          <ac:picMkLst>
            <pc:docMk/>
            <pc:sldMk cId="1601230170" sldId="270"/>
            <ac:picMk id="5" creationId="{DFEE0016-9608-9009-BB30-6D3BFF291B6B}"/>
          </ac:picMkLst>
        </pc:picChg>
      </pc:sldChg>
      <pc:sldChg chg="modSp new mod">
        <pc:chgData name="Leopold SOKOUDJOU GATSING" userId="bc81bbcc09ece185" providerId="LiveId" clId="{E8A6048F-A3B8-4E3C-9410-B88DE27573D3}" dt="2026-10-25T16:07:37.829" v="4590" actId="20577"/>
        <pc:sldMkLst>
          <pc:docMk/>
          <pc:sldMk cId="34196640" sldId="271"/>
        </pc:sldMkLst>
        <pc:spChg chg="mod">
          <ac:chgData name="Leopold SOKOUDJOU GATSING" userId="bc81bbcc09ece185" providerId="LiveId" clId="{E8A6048F-A3B8-4E3C-9410-B88DE27573D3}" dt="2026-10-25T16:05:04.398" v="4298" actId="20577"/>
          <ac:spMkLst>
            <pc:docMk/>
            <pc:sldMk cId="34196640" sldId="271"/>
            <ac:spMk id="2" creationId="{E4296663-3F3A-8B39-8787-05185D29FE67}"/>
          </ac:spMkLst>
        </pc:spChg>
        <pc:spChg chg="mod">
          <ac:chgData name="Leopold SOKOUDJOU GATSING" userId="bc81bbcc09ece185" providerId="LiveId" clId="{E8A6048F-A3B8-4E3C-9410-B88DE27573D3}" dt="2026-10-25T16:07:37.829" v="4590" actId="20577"/>
          <ac:spMkLst>
            <pc:docMk/>
            <pc:sldMk cId="34196640" sldId="271"/>
            <ac:spMk id="3" creationId="{F5116AEA-D0B3-15DB-729C-06291D9DFDBF}"/>
          </ac:spMkLst>
        </pc:spChg>
      </pc:sldChg>
      <pc:sldChg chg="modSp new mod">
        <pc:chgData name="Leopold SOKOUDJOU GATSING" userId="bc81bbcc09ece185" providerId="LiveId" clId="{E8A6048F-A3B8-4E3C-9410-B88DE27573D3}" dt="2026-10-25T16:09:01.318" v="4678" actId="20577"/>
        <pc:sldMkLst>
          <pc:docMk/>
          <pc:sldMk cId="3703261319" sldId="272"/>
        </pc:sldMkLst>
        <pc:spChg chg="mod">
          <ac:chgData name="Leopold SOKOUDJOU GATSING" userId="bc81bbcc09ece185" providerId="LiveId" clId="{E8A6048F-A3B8-4E3C-9410-B88DE27573D3}" dt="2026-10-25T16:09:01.318" v="4678" actId="20577"/>
          <ac:spMkLst>
            <pc:docMk/>
            <pc:sldMk cId="3703261319" sldId="272"/>
            <ac:spMk id="2" creationId="{522A523B-470C-84D3-E6DD-43F7CFE7C48A}"/>
          </ac:spMkLst>
        </pc:spChg>
        <pc:spChg chg="mod">
          <ac:chgData name="Leopold SOKOUDJOU GATSING" userId="bc81bbcc09ece185" providerId="LiveId" clId="{E8A6048F-A3B8-4E3C-9410-B88DE27573D3}" dt="2026-10-25T16:08:50.077" v="4655" actId="207"/>
          <ac:spMkLst>
            <pc:docMk/>
            <pc:sldMk cId="3703261319" sldId="272"/>
            <ac:spMk id="3" creationId="{D5A054AC-4E4A-591B-F598-02C5B8396E8C}"/>
          </ac:spMkLst>
        </pc:spChg>
      </pc:sldChg>
      <pc:sldChg chg="addSp modSp new mod">
        <pc:chgData name="Leopold SOKOUDJOU GATSING" userId="bc81bbcc09ece185" providerId="LiveId" clId="{E8A6048F-A3B8-4E3C-9410-B88DE27573D3}" dt="2026-10-25T17:14:23.067" v="4872" actId="20577"/>
        <pc:sldMkLst>
          <pc:docMk/>
          <pc:sldMk cId="3875026000" sldId="273"/>
        </pc:sldMkLst>
        <pc:spChg chg="mod">
          <ac:chgData name="Leopold SOKOUDJOU GATSING" userId="bc81bbcc09ece185" providerId="LiveId" clId="{E8A6048F-A3B8-4E3C-9410-B88DE27573D3}" dt="2026-10-25T16:50:54.833" v="4792" actId="14100"/>
          <ac:spMkLst>
            <pc:docMk/>
            <pc:sldMk cId="3875026000" sldId="273"/>
            <ac:spMk id="2" creationId="{39B8F738-8735-0B95-8530-065DB9DD8A24}"/>
          </ac:spMkLst>
        </pc:spChg>
        <pc:spChg chg="mod">
          <ac:chgData name="Leopold SOKOUDJOU GATSING" userId="bc81bbcc09ece185" providerId="LiveId" clId="{E8A6048F-A3B8-4E3C-9410-B88DE27573D3}" dt="2026-10-25T17:14:23.067" v="4872" actId="20577"/>
          <ac:spMkLst>
            <pc:docMk/>
            <pc:sldMk cId="3875026000" sldId="273"/>
            <ac:spMk id="3" creationId="{86E8C492-807F-A823-1492-9F529F03274D}"/>
          </ac:spMkLst>
        </pc:spChg>
        <pc:spChg chg="mod">
          <ac:chgData name="Leopold SOKOUDJOU GATSING" userId="bc81bbcc09ece185" providerId="LiveId" clId="{E8A6048F-A3B8-4E3C-9410-B88DE27573D3}" dt="2026-10-25T16:51:18.233" v="4795" actId="20577"/>
          <ac:spMkLst>
            <pc:docMk/>
            <pc:sldMk cId="3875026000" sldId="273"/>
            <ac:spMk id="4" creationId="{03272137-1F97-49B6-7B8A-3DE2FC1F2094}"/>
          </ac:spMkLst>
        </pc:spChg>
        <pc:picChg chg="add mod">
          <ac:chgData name="Leopold SOKOUDJOU GATSING" userId="bc81bbcc09ece185" providerId="LiveId" clId="{E8A6048F-A3B8-4E3C-9410-B88DE27573D3}" dt="2026-10-25T16:52:01.124" v="4820" actId="208"/>
          <ac:picMkLst>
            <pc:docMk/>
            <pc:sldMk cId="3875026000" sldId="273"/>
            <ac:picMk id="6" creationId="{EC1880C7-84AA-5A0F-651B-B61C48EE5FBE}"/>
          </ac:picMkLst>
        </pc:picChg>
      </pc:sldChg>
      <pc:sldChg chg="addSp modSp new mod">
        <pc:chgData name="Leopold SOKOUDJOU GATSING" userId="bc81bbcc09ece185" providerId="LiveId" clId="{E8A6048F-A3B8-4E3C-9410-B88DE27573D3}" dt="2026-10-25T17:29:46.464" v="5150" actId="1076"/>
        <pc:sldMkLst>
          <pc:docMk/>
          <pc:sldMk cId="1740150633" sldId="274"/>
        </pc:sldMkLst>
        <pc:spChg chg="mod">
          <ac:chgData name="Leopold SOKOUDJOU GATSING" userId="bc81bbcc09ece185" providerId="LiveId" clId="{E8A6048F-A3B8-4E3C-9410-B88DE27573D3}" dt="2026-10-25T17:15:23.340" v="4934" actId="1076"/>
          <ac:spMkLst>
            <pc:docMk/>
            <pc:sldMk cId="1740150633" sldId="274"/>
            <ac:spMk id="2" creationId="{0BC4BC53-80B8-3121-283E-BEFA8CCA3F1B}"/>
          </ac:spMkLst>
        </pc:spChg>
        <pc:spChg chg="mod">
          <ac:chgData name="Leopold SOKOUDJOU GATSING" userId="bc81bbcc09ece185" providerId="LiveId" clId="{E8A6048F-A3B8-4E3C-9410-B88DE27573D3}" dt="2026-10-25T17:29:28.437" v="5147" actId="207"/>
          <ac:spMkLst>
            <pc:docMk/>
            <pc:sldMk cId="1740150633" sldId="274"/>
            <ac:spMk id="3" creationId="{DAAE6231-7D44-5698-744A-953921A1C4C5}"/>
          </ac:spMkLst>
        </pc:spChg>
        <pc:picChg chg="add mod">
          <ac:chgData name="Leopold SOKOUDJOU GATSING" userId="bc81bbcc09ece185" providerId="LiveId" clId="{E8A6048F-A3B8-4E3C-9410-B88DE27573D3}" dt="2026-10-25T17:29:46.464" v="5150" actId="1076"/>
          <ac:picMkLst>
            <pc:docMk/>
            <pc:sldMk cId="1740150633" sldId="274"/>
            <ac:picMk id="5" creationId="{D1EEA1A2-3E6A-19F9-7956-B9F53641C367}"/>
          </ac:picMkLst>
        </pc:picChg>
        <pc:picChg chg="add mod">
          <ac:chgData name="Leopold SOKOUDJOU GATSING" userId="bc81bbcc09ece185" providerId="LiveId" clId="{E8A6048F-A3B8-4E3C-9410-B88DE27573D3}" dt="2026-10-25T17:23:44.448" v="5085" actId="1076"/>
          <ac:picMkLst>
            <pc:docMk/>
            <pc:sldMk cId="1740150633" sldId="274"/>
            <ac:picMk id="7" creationId="{B50FF128-77FB-F0D4-99FA-0E7199536B42}"/>
          </ac:picMkLst>
        </pc:picChg>
      </pc:sldChg>
      <pc:sldChg chg="addSp modSp new mod">
        <pc:chgData name="Leopold SOKOUDJOU GATSING" userId="bc81bbcc09ece185" providerId="LiveId" clId="{E8A6048F-A3B8-4E3C-9410-B88DE27573D3}" dt="2026-10-25T17:28:46.983" v="5146" actId="113"/>
        <pc:sldMkLst>
          <pc:docMk/>
          <pc:sldMk cId="2834234242" sldId="275"/>
        </pc:sldMkLst>
        <pc:spChg chg="mod">
          <ac:chgData name="Leopold SOKOUDJOU GATSING" userId="bc81bbcc09ece185" providerId="LiveId" clId="{E8A6048F-A3B8-4E3C-9410-B88DE27573D3}" dt="2026-10-25T17:28:46.983" v="5146" actId="113"/>
          <ac:spMkLst>
            <pc:docMk/>
            <pc:sldMk cId="2834234242" sldId="275"/>
            <ac:spMk id="2" creationId="{2A533713-FFFA-7371-044A-3592C5187DFD}"/>
          </ac:spMkLst>
        </pc:spChg>
        <pc:picChg chg="add mod">
          <ac:chgData name="Leopold SOKOUDJOU GATSING" userId="bc81bbcc09ece185" providerId="LiveId" clId="{E8A6048F-A3B8-4E3C-9410-B88DE27573D3}" dt="2026-10-25T17:28:03.273" v="5145" actId="208"/>
          <ac:picMkLst>
            <pc:docMk/>
            <pc:sldMk cId="2834234242" sldId="275"/>
            <ac:picMk id="5" creationId="{D3D471B7-A341-2A2D-23F7-251B6ABB4E37}"/>
          </ac:picMkLst>
        </pc:picChg>
      </pc:sldChg>
      <pc:sldChg chg="addSp modSp new mod">
        <pc:chgData name="Leopold SOKOUDJOU GATSING" userId="bc81bbcc09ece185" providerId="LiveId" clId="{E8A6048F-A3B8-4E3C-9410-B88DE27573D3}" dt="2026-10-25T17:33:45.674" v="5192" actId="1076"/>
        <pc:sldMkLst>
          <pc:docMk/>
          <pc:sldMk cId="4204296206" sldId="276"/>
        </pc:sldMkLst>
        <pc:spChg chg="mod">
          <ac:chgData name="Leopold SOKOUDJOU GATSING" userId="bc81bbcc09ece185" providerId="LiveId" clId="{E8A6048F-A3B8-4E3C-9410-B88DE27573D3}" dt="2026-10-25T17:32:15.236" v="5183" actId="20577"/>
          <ac:spMkLst>
            <pc:docMk/>
            <pc:sldMk cId="4204296206" sldId="276"/>
            <ac:spMk id="2" creationId="{C2662C68-0386-3380-E291-5F09A8A7F2A4}"/>
          </ac:spMkLst>
        </pc:spChg>
        <pc:picChg chg="add mod">
          <ac:chgData name="Leopold SOKOUDJOU GATSING" userId="bc81bbcc09ece185" providerId="LiveId" clId="{E8A6048F-A3B8-4E3C-9410-B88DE27573D3}" dt="2026-10-25T17:33:45.674" v="5192" actId="1076"/>
          <ac:picMkLst>
            <pc:docMk/>
            <pc:sldMk cId="4204296206" sldId="276"/>
            <ac:picMk id="5" creationId="{431B60F5-00AD-6218-D7AD-251D3728D45D}"/>
          </ac:picMkLst>
        </pc:picChg>
      </pc:sldChg>
      <pc:sldChg chg="addSp modSp new mod">
        <pc:chgData name="Leopold SOKOUDJOU GATSING" userId="bc81bbcc09ece185" providerId="LiveId" clId="{E8A6048F-A3B8-4E3C-9410-B88DE27573D3}" dt="2026-10-25T17:37:11.765" v="5200" actId="1076"/>
        <pc:sldMkLst>
          <pc:docMk/>
          <pc:sldMk cId="1518496080" sldId="277"/>
        </pc:sldMkLst>
        <pc:picChg chg="add mod">
          <ac:chgData name="Leopold SOKOUDJOU GATSING" userId="bc81bbcc09ece185" providerId="LiveId" clId="{E8A6048F-A3B8-4E3C-9410-B88DE27573D3}" dt="2026-10-25T17:37:11.765" v="5200" actId="1076"/>
          <ac:picMkLst>
            <pc:docMk/>
            <pc:sldMk cId="1518496080" sldId="277"/>
            <ac:picMk id="5" creationId="{3A2DC734-270E-C08A-72AB-695A0996F2C2}"/>
          </ac:picMkLst>
        </pc:picChg>
      </pc:sldChg>
      <pc:sldChg chg="addSp delSp modSp new mod">
        <pc:chgData name="Leopold SOKOUDJOU GATSING" userId="bc81bbcc09ece185" providerId="LiveId" clId="{E8A6048F-A3B8-4E3C-9410-B88DE27573D3}" dt="2026-10-25T19:14:59.367" v="5355" actId="113"/>
        <pc:sldMkLst>
          <pc:docMk/>
          <pc:sldMk cId="2207633427" sldId="278"/>
        </pc:sldMkLst>
        <pc:spChg chg="del">
          <ac:chgData name="Leopold SOKOUDJOU GATSING" userId="bc81bbcc09ece185" providerId="LiveId" clId="{E8A6048F-A3B8-4E3C-9410-B88DE27573D3}" dt="2026-10-25T18:24:16.496" v="5274" actId="478"/>
          <ac:spMkLst>
            <pc:docMk/>
            <pc:sldMk cId="2207633427" sldId="278"/>
            <ac:spMk id="2" creationId="{EA7D73DF-5BEC-E8E6-13FA-1010BA6582A3}"/>
          </ac:spMkLst>
        </pc:spChg>
        <pc:spChg chg="mod">
          <ac:chgData name="Leopold SOKOUDJOU GATSING" userId="bc81bbcc09ece185" providerId="LiveId" clId="{E8A6048F-A3B8-4E3C-9410-B88DE27573D3}" dt="2026-10-25T19:14:59.367" v="5355" actId="113"/>
          <ac:spMkLst>
            <pc:docMk/>
            <pc:sldMk cId="2207633427" sldId="278"/>
            <ac:spMk id="3" creationId="{B4A44C95-B2C3-34EA-4956-C15FBE54D410}"/>
          </ac:spMkLst>
        </pc:spChg>
        <pc:picChg chg="add mod">
          <ac:chgData name="Leopold SOKOUDJOU GATSING" userId="bc81bbcc09ece185" providerId="LiveId" clId="{E8A6048F-A3B8-4E3C-9410-B88DE27573D3}" dt="2026-10-25T18:12:34.675" v="5205" actId="208"/>
          <ac:picMkLst>
            <pc:docMk/>
            <pc:sldMk cId="2207633427" sldId="278"/>
            <ac:picMk id="5" creationId="{67E379D0-4A1A-1A10-1409-69941FFAFA27}"/>
          </ac:picMkLst>
        </pc:picChg>
      </pc:sldChg>
      <pc:sldChg chg="modSp new mod">
        <pc:chgData name="Leopold SOKOUDJOU GATSING" userId="bc81bbcc09ece185" providerId="LiveId" clId="{E8A6048F-A3B8-4E3C-9410-B88DE27573D3}" dt="2026-10-25T19:29:12.380" v="5647" actId="1076"/>
        <pc:sldMkLst>
          <pc:docMk/>
          <pc:sldMk cId="1782560072" sldId="279"/>
        </pc:sldMkLst>
        <pc:spChg chg="mod">
          <ac:chgData name="Leopold SOKOUDJOU GATSING" userId="bc81bbcc09ece185" providerId="LiveId" clId="{E8A6048F-A3B8-4E3C-9410-B88DE27573D3}" dt="2026-10-25T19:29:03.469" v="5646" actId="113"/>
          <ac:spMkLst>
            <pc:docMk/>
            <pc:sldMk cId="1782560072" sldId="279"/>
            <ac:spMk id="3" creationId="{43796E7F-C402-317E-8C98-23D1E4F2ED07}"/>
          </ac:spMkLst>
        </pc:spChg>
        <pc:spChg chg="mod">
          <ac:chgData name="Leopold SOKOUDJOU GATSING" userId="bc81bbcc09ece185" providerId="LiveId" clId="{E8A6048F-A3B8-4E3C-9410-B88DE27573D3}" dt="2026-10-25T19:29:12.380" v="5647" actId="1076"/>
          <ac:spMkLst>
            <pc:docMk/>
            <pc:sldMk cId="1782560072" sldId="279"/>
            <ac:spMk id="4" creationId="{77052839-F116-DA7A-B6FA-B28B96FB4780}"/>
          </ac:spMkLst>
        </pc:spChg>
      </pc:sldChg>
      <pc:sldChg chg="addSp modSp new mod modAnim">
        <pc:chgData name="Leopold SOKOUDJOU GATSING" userId="bc81bbcc09ece185" providerId="LiveId" clId="{E8A6048F-A3B8-4E3C-9410-B88DE27573D3}" dt="2026-10-25T20:19:33.083" v="5784" actId="113"/>
        <pc:sldMkLst>
          <pc:docMk/>
          <pc:sldMk cId="2917267328" sldId="280"/>
        </pc:sldMkLst>
        <pc:spChg chg="mod">
          <ac:chgData name="Leopold SOKOUDJOU GATSING" userId="bc81bbcc09ece185" providerId="LiveId" clId="{E8A6048F-A3B8-4E3C-9410-B88DE27573D3}" dt="2026-10-25T20:19:33.083" v="5784" actId="113"/>
          <ac:spMkLst>
            <pc:docMk/>
            <pc:sldMk cId="2917267328" sldId="280"/>
            <ac:spMk id="3" creationId="{93CD37CD-DD3C-D76C-9AC6-26AEEDBD979E}"/>
          </ac:spMkLst>
        </pc:spChg>
        <pc:picChg chg="add mod">
          <ac:chgData name="Leopold SOKOUDJOU GATSING" userId="bc81bbcc09ece185" providerId="LiveId" clId="{E8A6048F-A3B8-4E3C-9410-B88DE27573D3}" dt="2026-10-25T19:33:06.139" v="5651" actId="208"/>
          <ac:picMkLst>
            <pc:docMk/>
            <pc:sldMk cId="2917267328" sldId="280"/>
            <ac:picMk id="5" creationId="{3E014EF5-6A7F-4E04-2241-83A88D0797CA}"/>
          </ac:picMkLst>
        </pc:picChg>
        <pc:picChg chg="add mod">
          <ac:chgData name="Leopold SOKOUDJOU GATSING" userId="bc81bbcc09ece185" providerId="LiveId" clId="{E8A6048F-A3B8-4E3C-9410-B88DE27573D3}" dt="2026-10-25T19:50:15.214" v="5667" actId="1076"/>
          <ac:picMkLst>
            <pc:docMk/>
            <pc:sldMk cId="2917267328" sldId="280"/>
            <ac:picMk id="7" creationId="{9C952CA6-8A15-1358-616F-CF404F280351}"/>
          </ac:picMkLst>
        </pc:picChg>
        <pc:picChg chg="add mod">
          <ac:chgData name="Leopold SOKOUDJOU GATSING" userId="bc81bbcc09ece185" providerId="LiveId" clId="{E8A6048F-A3B8-4E3C-9410-B88DE27573D3}" dt="2026-10-25T19:54:33.546" v="5671" actId="208"/>
          <ac:picMkLst>
            <pc:docMk/>
            <pc:sldMk cId="2917267328" sldId="280"/>
            <ac:picMk id="9" creationId="{870063A8-FB79-23E4-67FF-2D5B6DB6175A}"/>
          </ac:picMkLst>
        </pc:picChg>
        <pc:picChg chg="add mod">
          <ac:chgData name="Leopold SOKOUDJOU GATSING" userId="bc81bbcc09ece185" providerId="LiveId" clId="{E8A6048F-A3B8-4E3C-9410-B88DE27573D3}" dt="2026-10-25T19:54:42.832" v="5675" actId="208"/>
          <ac:picMkLst>
            <pc:docMk/>
            <pc:sldMk cId="2917267328" sldId="280"/>
            <ac:picMk id="11" creationId="{B14B686D-3CD6-3CA0-1289-09C37634EA0F}"/>
          </ac:picMkLst>
        </pc:picChg>
      </pc:sldChg>
      <pc:sldChg chg="addSp modSp new mod modAnim">
        <pc:chgData name="Leopold SOKOUDJOU GATSING" userId="bc81bbcc09ece185" providerId="LiveId" clId="{E8A6048F-A3B8-4E3C-9410-B88DE27573D3}" dt="2026-10-25T20:18:13.400" v="5699"/>
        <pc:sldMkLst>
          <pc:docMk/>
          <pc:sldMk cId="4226194800" sldId="281"/>
        </pc:sldMkLst>
        <pc:picChg chg="add mod">
          <ac:chgData name="Leopold SOKOUDJOU GATSING" userId="bc81bbcc09ece185" providerId="LiveId" clId="{E8A6048F-A3B8-4E3C-9410-B88DE27573D3}" dt="2026-10-25T20:08:14.682" v="5691" actId="208"/>
          <ac:picMkLst>
            <pc:docMk/>
            <pc:sldMk cId="4226194800" sldId="281"/>
            <ac:picMk id="5" creationId="{372EABAE-69AC-E205-A78B-EF49B1FC0F66}"/>
          </ac:picMkLst>
        </pc:picChg>
        <pc:picChg chg="add mod">
          <ac:chgData name="Leopold SOKOUDJOU GATSING" userId="bc81bbcc09ece185" providerId="LiveId" clId="{E8A6048F-A3B8-4E3C-9410-B88DE27573D3}" dt="2026-10-25T20:08:19.803" v="5693" actId="1076"/>
          <ac:picMkLst>
            <pc:docMk/>
            <pc:sldMk cId="4226194800" sldId="281"/>
            <ac:picMk id="7" creationId="{FD7C03AA-CB1D-942D-32CE-CE1C5E4D20E8}"/>
          </ac:picMkLst>
        </pc:picChg>
        <pc:picChg chg="add mod">
          <ac:chgData name="Leopold SOKOUDJOU GATSING" userId="bc81bbcc09ece185" providerId="LiveId" clId="{E8A6048F-A3B8-4E3C-9410-B88DE27573D3}" dt="2026-10-25T20:12:27.961" v="5696" actId="208"/>
          <ac:picMkLst>
            <pc:docMk/>
            <pc:sldMk cId="4226194800" sldId="281"/>
            <ac:picMk id="9" creationId="{AD609878-57C2-4EE4-1C7F-63673144187E}"/>
          </ac:picMkLst>
        </pc:picChg>
      </pc:sldChg>
      <pc:sldChg chg="addSp delSp modSp new mod">
        <pc:chgData name="Leopold SOKOUDJOU GATSING" userId="bc81bbcc09ece185" providerId="LiveId" clId="{E8A6048F-A3B8-4E3C-9410-B88DE27573D3}" dt="2026-10-25T20:38:36.186" v="6044" actId="14100"/>
        <pc:sldMkLst>
          <pc:docMk/>
          <pc:sldMk cId="4115473168" sldId="282"/>
        </pc:sldMkLst>
        <pc:spChg chg="del mod">
          <ac:chgData name="Leopold SOKOUDJOU GATSING" userId="bc81bbcc09ece185" providerId="LiveId" clId="{E8A6048F-A3B8-4E3C-9410-B88DE27573D3}" dt="2026-10-25T20:38:22.077" v="6040" actId="478"/>
          <ac:spMkLst>
            <pc:docMk/>
            <pc:sldMk cId="4115473168" sldId="282"/>
            <ac:spMk id="2" creationId="{3D400D1B-AB51-666E-0BA5-01B0857E8073}"/>
          </ac:spMkLst>
        </pc:spChg>
        <pc:spChg chg="mod">
          <ac:chgData name="Leopold SOKOUDJOU GATSING" userId="bc81bbcc09ece185" providerId="LiveId" clId="{E8A6048F-A3B8-4E3C-9410-B88DE27573D3}" dt="2026-10-25T20:38:28.505" v="6041" actId="14100"/>
          <ac:spMkLst>
            <pc:docMk/>
            <pc:sldMk cId="4115473168" sldId="282"/>
            <ac:spMk id="3" creationId="{778FC0B5-F4DB-3E5D-8455-79718A69F74A}"/>
          </ac:spMkLst>
        </pc:spChg>
        <pc:picChg chg="add mod">
          <ac:chgData name="Leopold SOKOUDJOU GATSING" userId="bc81bbcc09ece185" providerId="LiveId" clId="{E8A6048F-A3B8-4E3C-9410-B88DE27573D3}" dt="2026-10-25T20:38:33.363" v="6043" actId="14100"/>
          <ac:picMkLst>
            <pc:docMk/>
            <pc:sldMk cId="4115473168" sldId="282"/>
            <ac:picMk id="5" creationId="{A83486A7-C7B6-96EC-8181-F39311BE7B18}"/>
          </ac:picMkLst>
        </pc:picChg>
        <pc:picChg chg="add mod">
          <ac:chgData name="Leopold SOKOUDJOU GATSING" userId="bc81bbcc09ece185" providerId="LiveId" clId="{E8A6048F-A3B8-4E3C-9410-B88DE27573D3}" dt="2026-10-25T20:38:36.186" v="6044" actId="14100"/>
          <ac:picMkLst>
            <pc:docMk/>
            <pc:sldMk cId="4115473168" sldId="282"/>
            <ac:picMk id="7" creationId="{12C69204-1C6C-805B-1637-860381307A44}"/>
          </ac:picMkLst>
        </pc:picChg>
      </pc:sldChg>
      <pc:sldChg chg="addSp modSp new mod">
        <pc:chgData name="Leopold SOKOUDJOU GATSING" userId="bc81bbcc09ece185" providerId="LiveId" clId="{E8A6048F-A3B8-4E3C-9410-B88DE27573D3}" dt="2026-10-25T20:35:31.249" v="5991" actId="1076"/>
        <pc:sldMkLst>
          <pc:docMk/>
          <pc:sldMk cId="2741755635" sldId="283"/>
        </pc:sldMkLst>
        <pc:spChg chg="mod">
          <ac:chgData name="Leopold SOKOUDJOU GATSING" userId="bc81bbcc09ece185" providerId="LiveId" clId="{E8A6048F-A3B8-4E3C-9410-B88DE27573D3}" dt="2026-10-25T20:29:28.787" v="5830" actId="1076"/>
          <ac:spMkLst>
            <pc:docMk/>
            <pc:sldMk cId="2741755635" sldId="283"/>
            <ac:spMk id="2" creationId="{FA5B9F63-955C-9190-5A79-3187D45AB610}"/>
          </ac:spMkLst>
        </pc:spChg>
        <pc:spChg chg="mod">
          <ac:chgData name="Leopold SOKOUDJOU GATSING" userId="bc81bbcc09ece185" providerId="LiveId" clId="{E8A6048F-A3B8-4E3C-9410-B88DE27573D3}" dt="2026-10-25T20:30:09.538" v="5938" actId="20577"/>
          <ac:spMkLst>
            <pc:docMk/>
            <pc:sldMk cId="2741755635" sldId="283"/>
            <ac:spMk id="3" creationId="{8A043B59-0127-89BB-C14A-C74EC697EFE8}"/>
          </ac:spMkLst>
        </pc:spChg>
        <pc:spChg chg="add mod">
          <ac:chgData name="Leopold SOKOUDJOU GATSING" userId="bc81bbcc09ece185" providerId="LiveId" clId="{E8A6048F-A3B8-4E3C-9410-B88DE27573D3}" dt="2026-10-25T20:35:31.249" v="5991" actId="1076"/>
          <ac:spMkLst>
            <pc:docMk/>
            <pc:sldMk cId="2741755635" sldId="283"/>
            <ac:spMk id="6" creationId="{10BFCBAF-8E5B-99C7-184E-AEBBC4D5A907}"/>
          </ac:spMkLst>
        </pc:spChg>
        <pc:picChg chg="add mod">
          <ac:chgData name="Leopold SOKOUDJOU GATSING" userId="bc81bbcc09ece185" providerId="LiveId" clId="{E8A6048F-A3B8-4E3C-9410-B88DE27573D3}" dt="2026-10-25T20:30:33.210" v="5943" actId="14100"/>
          <ac:picMkLst>
            <pc:docMk/>
            <pc:sldMk cId="2741755635" sldId="283"/>
            <ac:picMk id="5" creationId="{B1FF2137-F8DF-2166-0114-252454D52411}"/>
          </ac:picMkLst>
        </pc:picChg>
      </pc:sldChg>
      <pc:sldChg chg="addSp delSp modSp new mod">
        <pc:chgData name="Leopold SOKOUDJOU GATSING" userId="bc81bbcc09ece185" providerId="LiveId" clId="{E8A6048F-A3B8-4E3C-9410-B88DE27573D3}" dt="2026-10-25T21:06:36.513" v="6054" actId="478"/>
        <pc:sldMkLst>
          <pc:docMk/>
          <pc:sldMk cId="1824536194" sldId="284"/>
        </pc:sldMkLst>
        <pc:spChg chg="mod">
          <ac:chgData name="Leopold SOKOUDJOU GATSING" userId="bc81bbcc09ece185" providerId="LiveId" clId="{E8A6048F-A3B8-4E3C-9410-B88DE27573D3}" dt="2026-10-25T20:36:35.131" v="6024" actId="1076"/>
          <ac:spMkLst>
            <pc:docMk/>
            <pc:sldMk cId="1824536194" sldId="284"/>
            <ac:spMk id="2" creationId="{53D2A041-4282-9AED-4E08-5EA7874BE66E}"/>
          </ac:spMkLst>
        </pc:spChg>
        <pc:spChg chg="del mod">
          <ac:chgData name="Leopold SOKOUDJOU GATSING" userId="bc81bbcc09ece185" providerId="LiveId" clId="{E8A6048F-A3B8-4E3C-9410-B88DE27573D3}" dt="2026-10-25T21:06:36.513" v="6054" actId="478"/>
          <ac:spMkLst>
            <pc:docMk/>
            <pc:sldMk cId="1824536194" sldId="284"/>
            <ac:spMk id="3" creationId="{BA9A7302-0F0D-A7CF-F6BC-24F214A00B29}"/>
          </ac:spMkLst>
        </pc:spChg>
        <pc:picChg chg="add mod">
          <ac:chgData name="Leopold SOKOUDJOU GATSING" userId="bc81bbcc09ece185" providerId="LiveId" clId="{E8A6048F-A3B8-4E3C-9410-B88DE27573D3}" dt="2026-10-25T21:05:42.617" v="6052" actId="208"/>
          <ac:picMkLst>
            <pc:docMk/>
            <pc:sldMk cId="1824536194" sldId="284"/>
            <ac:picMk id="5" creationId="{928ED614-CBE4-631E-8979-DA144C65FE18}"/>
          </ac:picMkLst>
        </pc:picChg>
        <pc:picChg chg="add mod">
          <ac:chgData name="Leopold SOKOUDJOU GATSING" userId="bc81bbcc09ece185" providerId="LiveId" clId="{E8A6048F-A3B8-4E3C-9410-B88DE27573D3}" dt="2026-10-25T21:05:44.768" v="6053" actId="208"/>
          <ac:picMkLst>
            <pc:docMk/>
            <pc:sldMk cId="1824536194" sldId="284"/>
            <ac:picMk id="7" creationId="{67CC2D7E-F8A8-2A3B-C332-55C091DED3AF}"/>
          </ac:picMkLst>
        </pc:picChg>
      </pc:sldChg>
      <pc:sldChg chg="addSp delSp modSp new mod modNotesTx">
        <pc:chgData name="Leopold SOKOUDJOU GATSING" userId="bc81bbcc09ece185" providerId="LiveId" clId="{E8A6048F-A3B8-4E3C-9410-B88DE27573D3}" dt="2026-10-25T23:09:16.021" v="6641" actId="21"/>
        <pc:sldMkLst>
          <pc:docMk/>
          <pc:sldMk cId="1873941494" sldId="285"/>
        </pc:sldMkLst>
        <pc:spChg chg="mod">
          <ac:chgData name="Leopold SOKOUDJOU GATSING" userId="bc81bbcc09ece185" providerId="LiveId" clId="{E8A6048F-A3B8-4E3C-9410-B88DE27573D3}" dt="2026-10-25T21:58:05.450" v="6089" actId="20577"/>
          <ac:spMkLst>
            <pc:docMk/>
            <pc:sldMk cId="1873941494" sldId="285"/>
            <ac:spMk id="2" creationId="{6146233F-637E-036A-7305-B294232F0938}"/>
          </ac:spMkLst>
        </pc:spChg>
        <pc:spChg chg="mod">
          <ac:chgData name="Leopold SOKOUDJOU GATSING" userId="bc81bbcc09ece185" providerId="LiveId" clId="{E8A6048F-A3B8-4E3C-9410-B88DE27573D3}" dt="2026-10-25T22:26:35.608" v="6564" actId="14100"/>
          <ac:spMkLst>
            <pc:docMk/>
            <pc:sldMk cId="1873941494" sldId="285"/>
            <ac:spMk id="3" creationId="{2536945B-8DC1-FCF9-B3AE-3500DF5391CD}"/>
          </ac:spMkLst>
        </pc:spChg>
        <pc:picChg chg="add mod">
          <ac:chgData name="Leopold SOKOUDJOU GATSING" userId="bc81bbcc09ece185" providerId="LiveId" clId="{E8A6048F-A3B8-4E3C-9410-B88DE27573D3}" dt="2026-10-25T23:08:38.258" v="6631" actId="14100"/>
          <ac:picMkLst>
            <pc:docMk/>
            <pc:sldMk cId="1873941494" sldId="285"/>
            <ac:picMk id="5" creationId="{A262EFFC-AE0E-49D9-DA21-F8A3D0226CD0}"/>
          </ac:picMkLst>
        </pc:picChg>
        <pc:picChg chg="add del mod">
          <ac:chgData name="Leopold SOKOUDJOU GATSING" userId="bc81bbcc09ece185" providerId="LiveId" clId="{E8A6048F-A3B8-4E3C-9410-B88DE27573D3}" dt="2026-10-25T23:09:16.021" v="6641" actId="21"/>
          <ac:picMkLst>
            <pc:docMk/>
            <pc:sldMk cId="1873941494" sldId="285"/>
            <ac:picMk id="7" creationId="{A422D7B5-EAA3-97E9-6F97-4C4FF9D57829}"/>
          </ac:picMkLst>
        </pc:picChg>
      </pc:sldChg>
      <pc:sldChg chg="addSp modSp new mod">
        <pc:chgData name="Leopold SOKOUDJOU GATSING" userId="bc81bbcc09ece185" providerId="LiveId" clId="{E8A6048F-A3B8-4E3C-9410-B88DE27573D3}" dt="2026-10-25T16:15:01.841" v="4702" actId="208"/>
        <pc:sldMkLst>
          <pc:docMk/>
          <pc:sldMk cId="304361267" sldId="286"/>
        </pc:sldMkLst>
        <pc:spChg chg="mod">
          <ac:chgData name="Leopold SOKOUDJOU GATSING" userId="bc81bbcc09ece185" providerId="LiveId" clId="{E8A6048F-A3B8-4E3C-9410-B88DE27573D3}" dt="2026-10-25T16:14:57.264" v="4701" actId="113"/>
          <ac:spMkLst>
            <pc:docMk/>
            <pc:sldMk cId="304361267" sldId="286"/>
            <ac:spMk id="2" creationId="{795212E0-5A18-9CD1-39C7-83B108315BB7}"/>
          </ac:spMkLst>
        </pc:spChg>
        <pc:picChg chg="add mod">
          <ac:chgData name="Leopold SOKOUDJOU GATSING" userId="bc81bbcc09ece185" providerId="LiveId" clId="{E8A6048F-A3B8-4E3C-9410-B88DE27573D3}" dt="2026-10-25T16:15:01.841" v="4702" actId="208"/>
          <ac:picMkLst>
            <pc:docMk/>
            <pc:sldMk cId="304361267" sldId="286"/>
            <ac:picMk id="5" creationId="{96B8EF06-14B7-037D-BA40-F8170838635F}"/>
          </ac:picMkLst>
        </pc:picChg>
      </pc:sldChg>
      <pc:sldChg chg="modSp add mod">
        <pc:chgData name="Leopold SOKOUDJOU GATSING" userId="bc81bbcc09ece185" providerId="LiveId" clId="{E8A6048F-A3B8-4E3C-9410-B88DE27573D3}" dt="2026-10-25T16:42:56.551" v="4748" actId="20577"/>
        <pc:sldMkLst>
          <pc:docMk/>
          <pc:sldMk cId="142648542" sldId="287"/>
        </pc:sldMkLst>
        <pc:spChg chg="mod">
          <ac:chgData name="Leopold SOKOUDJOU GATSING" userId="bc81bbcc09ece185" providerId="LiveId" clId="{E8A6048F-A3B8-4E3C-9410-B88DE27573D3}" dt="2026-10-25T16:42:13.045" v="4722" actId="20577"/>
          <ac:spMkLst>
            <pc:docMk/>
            <pc:sldMk cId="142648542" sldId="287"/>
            <ac:spMk id="2" creationId="{005EDB0A-E692-B168-4903-6EB480BA7588}"/>
          </ac:spMkLst>
        </pc:spChg>
        <pc:spChg chg="mod">
          <ac:chgData name="Leopold SOKOUDJOU GATSING" userId="bc81bbcc09ece185" providerId="LiveId" clId="{E8A6048F-A3B8-4E3C-9410-B88DE27573D3}" dt="2026-10-25T16:42:56.551" v="4748" actId="20577"/>
          <ac:spMkLst>
            <pc:docMk/>
            <pc:sldMk cId="142648542" sldId="287"/>
            <ac:spMk id="3" creationId="{20907122-02D6-D759-27C1-ED0C94E98B5D}"/>
          </ac:spMkLst>
        </pc:spChg>
      </pc:sldChg>
      <pc:sldChg chg="addSp modSp new mod ord">
        <pc:chgData name="Leopold SOKOUDJOU GATSING" userId="bc81bbcc09ece185" providerId="LiveId" clId="{E8A6048F-A3B8-4E3C-9410-B88DE27573D3}" dt="2026-10-25T19:56:08.795" v="5685"/>
        <pc:sldMkLst>
          <pc:docMk/>
          <pc:sldMk cId="1606497493" sldId="288"/>
        </pc:sldMkLst>
        <pc:picChg chg="add mod">
          <ac:chgData name="Leopold SOKOUDJOU GATSING" userId="bc81bbcc09ece185" providerId="LiveId" clId="{E8A6048F-A3B8-4E3C-9410-B88DE27573D3}" dt="2026-10-25T19:38:48.915" v="5658" actId="1076"/>
          <ac:picMkLst>
            <pc:docMk/>
            <pc:sldMk cId="1606497493" sldId="288"/>
            <ac:picMk id="5" creationId="{8D17B36D-D1EC-1C04-0DA9-7C6D80FD1D58}"/>
          </ac:picMkLst>
        </pc:picChg>
      </pc:sldChg>
      <pc:sldChg chg="addSp delSp modSp new mod modTransition modAnim">
        <pc:chgData name="Leopold SOKOUDJOU GATSING" userId="bc81bbcc09ece185" providerId="LiveId" clId="{E8A6048F-A3B8-4E3C-9410-B88DE27573D3}" dt="2026-10-25T23:10:29.941" v="6663"/>
        <pc:sldMkLst>
          <pc:docMk/>
          <pc:sldMk cId="1340980797" sldId="289"/>
        </pc:sldMkLst>
        <pc:spChg chg="mod">
          <ac:chgData name="Leopold SOKOUDJOU GATSING" userId="bc81bbcc09ece185" providerId="LiveId" clId="{E8A6048F-A3B8-4E3C-9410-B88DE27573D3}" dt="2026-10-25T23:09:25.923" v="6644" actId="1076"/>
          <ac:spMkLst>
            <pc:docMk/>
            <pc:sldMk cId="1340980797" sldId="289"/>
            <ac:spMk id="2" creationId="{6361BAB9-90C4-09F2-140F-58108EEC3682}"/>
          </ac:spMkLst>
        </pc:spChg>
        <pc:spChg chg="del mod">
          <ac:chgData name="Leopold SOKOUDJOU GATSING" userId="bc81bbcc09ece185" providerId="LiveId" clId="{E8A6048F-A3B8-4E3C-9410-B88DE27573D3}" dt="2026-10-25T22:53:40.613" v="6614" actId="478"/>
          <ac:spMkLst>
            <pc:docMk/>
            <pc:sldMk cId="1340980797" sldId="289"/>
            <ac:spMk id="3" creationId="{3B3A5D18-322E-6FB5-2D57-5397BA349DE0}"/>
          </ac:spMkLst>
        </pc:spChg>
        <pc:picChg chg="add mod">
          <ac:chgData name="Leopold SOKOUDJOU GATSING" userId="bc81bbcc09ece185" providerId="LiveId" clId="{E8A6048F-A3B8-4E3C-9410-B88DE27573D3}" dt="2026-10-25T23:09:30.029" v="6646" actId="1076"/>
          <ac:picMkLst>
            <pc:docMk/>
            <pc:sldMk cId="1340980797" sldId="289"/>
            <ac:picMk id="5" creationId="{FE8D56E7-9E37-6C4E-2359-C5F3F461A5D6}"/>
          </ac:picMkLst>
        </pc:picChg>
        <pc:picChg chg="add mod">
          <ac:chgData name="Leopold SOKOUDJOU GATSING" userId="bc81bbcc09ece185" providerId="LiveId" clId="{E8A6048F-A3B8-4E3C-9410-B88DE27573D3}" dt="2026-10-25T23:09:36.333" v="6648" actId="1076"/>
          <ac:picMkLst>
            <pc:docMk/>
            <pc:sldMk cId="1340980797" sldId="289"/>
            <ac:picMk id="7" creationId="{730BB17F-FE85-D6ED-7497-69F54AF4072F}"/>
          </ac:picMkLst>
        </pc:picChg>
        <pc:picChg chg="add mod">
          <ac:chgData name="Leopold SOKOUDJOU GATSING" userId="bc81bbcc09ece185" providerId="LiveId" clId="{E8A6048F-A3B8-4E3C-9410-B88DE27573D3}" dt="2026-10-25T23:10:08.588" v="6658" actId="1076"/>
          <ac:picMkLst>
            <pc:docMk/>
            <pc:sldMk cId="1340980797" sldId="289"/>
            <ac:picMk id="9" creationId="{1837B40B-A242-8DDC-53FC-7398C92B7DC6}"/>
          </ac:picMkLst>
        </pc:picChg>
        <pc:picChg chg="add mod">
          <ac:chgData name="Leopold SOKOUDJOU GATSING" userId="bc81bbcc09ece185" providerId="LiveId" clId="{E8A6048F-A3B8-4E3C-9410-B88DE27573D3}" dt="2026-10-25T23:10:10.761" v="6659" actId="1076"/>
          <ac:picMkLst>
            <pc:docMk/>
            <pc:sldMk cId="1340980797" sldId="289"/>
            <ac:picMk id="11" creationId="{2DCBF383-16B2-6E00-116D-025A5E5344DD}"/>
          </ac:picMkLst>
        </pc:picChg>
      </pc:sldChg>
      <pc:sldChg chg="addSp modSp new mod">
        <pc:chgData name="Leopold SOKOUDJOU GATSING" userId="bc81bbcc09ece185" providerId="LiveId" clId="{E8A6048F-A3B8-4E3C-9410-B88DE27573D3}" dt="2026-10-25T23:39:12.301" v="6701" actId="14100"/>
        <pc:sldMkLst>
          <pc:docMk/>
          <pc:sldMk cId="429303802" sldId="290"/>
        </pc:sldMkLst>
        <pc:spChg chg="mod">
          <ac:chgData name="Leopold SOKOUDJOU GATSING" userId="bc81bbcc09ece185" providerId="LiveId" clId="{E8A6048F-A3B8-4E3C-9410-B88DE27573D3}" dt="2026-10-25T23:37:16.778" v="6696" actId="20577"/>
          <ac:spMkLst>
            <pc:docMk/>
            <pc:sldMk cId="429303802" sldId="290"/>
            <ac:spMk id="2" creationId="{540F47AD-83DE-A2DC-B440-DD41827308E2}"/>
          </ac:spMkLst>
        </pc:spChg>
        <pc:picChg chg="add mod">
          <ac:chgData name="Leopold SOKOUDJOU GATSING" userId="bc81bbcc09ece185" providerId="LiveId" clId="{E8A6048F-A3B8-4E3C-9410-B88DE27573D3}" dt="2026-10-25T23:39:12.301" v="6701" actId="14100"/>
          <ac:picMkLst>
            <pc:docMk/>
            <pc:sldMk cId="429303802" sldId="290"/>
            <ac:picMk id="5" creationId="{69E12AFA-3BC5-9CDD-1618-3F9D1636FD1D}"/>
          </ac:picMkLst>
        </pc:picChg>
      </pc:sldChg>
      <pc:sldChg chg="addSp modSp new mod">
        <pc:chgData name="Leopold SOKOUDJOU GATSING" userId="bc81bbcc09ece185" providerId="LiveId" clId="{E8A6048F-A3B8-4E3C-9410-B88DE27573D3}" dt="2026-10-25T23:39:48.323" v="6704" actId="14100"/>
        <pc:sldMkLst>
          <pc:docMk/>
          <pc:sldMk cId="2252554008" sldId="291"/>
        </pc:sldMkLst>
        <pc:picChg chg="add mod">
          <ac:chgData name="Leopold SOKOUDJOU GATSING" userId="bc81bbcc09ece185" providerId="LiveId" clId="{E8A6048F-A3B8-4E3C-9410-B88DE27573D3}" dt="2026-10-25T23:39:48.323" v="6704" actId="14100"/>
          <ac:picMkLst>
            <pc:docMk/>
            <pc:sldMk cId="2252554008" sldId="291"/>
            <ac:picMk id="5" creationId="{AD140E31-D5D8-A16F-92CD-6471DE6FCAF5}"/>
          </ac:picMkLst>
        </pc:picChg>
      </pc:sldChg>
      <pc:sldChg chg="addSp modSp new mod">
        <pc:chgData name="Leopold SOKOUDJOU GATSING" userId="bc81bbcc09ece185" providerId="LiveId" clId="{E8A6048F-A3B8-4E3C-9410-B88DE27573D3}" dt="2026-10-25T23:40:39.248" v="6708" actId="14100"/>
        <pc:sldMkLst>
          <pc:docMk/>
          <pc:sldMk cId="587268884" sldId="292"/>
        </pc:sldMkLst>
        <pc:picChg chg="add mod">
          <ac:chgData name="Leopold SOKOUDJOU GATSING" userId="bc81bbcc09ece185" providerId="LiveId" clId="{E8A6048F-A3B8-4E3C-9410-B88DE27573D3}" dt="2026-10-25T23:40:39.248" v="6708" actId="14100"/>
          <ac:picMkLst>
            <pc:docMk/>
            <pc:sldMk cId="587268884" sldId="292"/>
            <ac:picMk id="5" creationId="{040E1873-2331-0913-E34E-04C04F93CDB4}"/>
          </ac:picMkLst>
        </pc:picChg>
      </pc:sldChg>
      <pc:sldChg chg="addSp modSp new mod">
        <pc:chgData name="Leopold SOKOUDJOU GATSING" userId="bc81bbcc09ece185" providerId="LiveId" clId="{E8A6048F-A3B8-4E3C-9410-B88DE27573D3}" dt="2026-10-25T23:41:02.988" v="6711" actId="14100"/>
        <pc:sldMkLst>
          <pc:docMk/>
          <pc:sldMk cId="956091159" sldId="293"/>
        </pc:sldMkLst>
        <pc:picChg chg="add mod">
          <ac:chgData name="Leopold SOKOUDJOU GATSING" userId="bc81bbcc09ece185" providerId="LiveId" clId="{E8A6048F-A3B8-4E3C-9410-B88DE27573D3}" dt="2026-10-25T23:41:02.988" v="6711" actId="14100"/>
          <ac:picMkLst>
            <pc:docMk/>
            <pc:sldMk cId="956091159" sldId="293"/>
            <ac:picMk id="5" creationId="{CBE13C3C-7836-3369-F155-375C40214A1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8C1B14-31A1-42CF-8187-AFE7CAE62BE3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BE8528-E71A-4772-B63D-66A5F09D4F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950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BE8528-E71A-4772-B63D-66A5F09D4FA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9225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BE8528-E71A-4772-B63D-66A5F09D4FA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566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CA91-712C-BAB7-5904-5C11F111E5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E36F5-5C6A-A1BC-62DE-498E23D079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3119CC-7273-9849-8580-5F5871B30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AE8D0-3BB5-4E96-AA44-2986FAF59F9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D6D89-C7CA-F6EB-5EC1-740162D7E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AF64E3-5350-6F63-168E-397F48C98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D4BA78-003D-446C-A1D4-1ADA5A1F9D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4043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580B7-FBE3-6217-59D6-9A80DED0FB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88A88-D1EF-BC38-976E-1D92D13DD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32D8E-7600-AF10-EAB8-983F85BFE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AE8D0-3BB5-4E96-AA44-2986FAF59F9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C03A1-553D-03F5-D445-21D9C82CC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43D05-9660-2A0C-E005-BFAB3D4B0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D4BA78-003D-446C-A1D4-1ADA5A1F9D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77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239C-4C71-19B8-0531-6E9395AF4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D45C1-51E5-9802-4D4A-67D453D40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03C06-A8BC-1F53-C57E-E914780FD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AE8D0-3BB5-4E96-AA44-2986FAF59F9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2018A-E6CE-6314-CC3F-75591E9D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A3F78-A9BD-1FBF-D15F-144B622F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D4BA78-003D-446C-A1D4-1ADA5A1F9D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65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AD0E8-81F8-1AA2-433B-B2757EB9C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D8859-9349-8D40-486F-8A23F41277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EC1789-3F90-BFCB-2A0F-A6EB0C1BAD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FEF814-2EB4-40E1-39BC-D15E62EE5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AE8D0-3BB5-4E96-AA44-2986FAF59F9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E7C695-FCAD-1186-2F6A-EA49ADAAC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DA15E6-EBA0-163F-EB59-019FE276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D4BA78-003D-446C-A1D4-1ADA5A1F9D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61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A68CD-C3FC-9693-E21C-1D394BF85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31A800-0FE1-0E39-F334-811B62195B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7A794F-F108-043A-E189-BF871EC634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D6E8AA-C092-5CB7-7693-C9A9F05A60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C29793-FF91-0E79-960D-3465250DAC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B46852-3558-F9CF-F8A0-3329F08A1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AE8D0-3BB5-4E96-AA44-2986FAF59F9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083ADB-043B-886C-B4B8-F619DFD24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6D9846-55E7-50EE-1FA5-F9A772BD8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D4BA78-003D-446C-A1D4-1ADA5A1F9D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803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47FB9-BAC8-F82E-5615-7ECCB6636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87ADE-A3E7-90BF-83CF-9CE3073A0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AE8D0-3BB5-4E96-AA44-2986FAF59F9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695A4F-E473-7D24-7291-942CAB8FA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578E9C-9957-944C-4A1E-C8B860959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D4BA78-003D-446C-A1D4-1ADA5A1F9D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01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898296-6A50-F30C-E2EC-A9139007B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AE8D0-3BB5-4E96-AA44-2986FAF59F9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3F153-8AFD-3E0E-DB99-E4795EB74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6879F5-2B34-EFB6-06EB-A76B96722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D4BA78-003D-446C-A1D4-1ADA5A1F9D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65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568B9-27A1-6B82-F7F0-6D404F05C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5E640-D12E-4A7B-E839-B82B143966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301A12-BE93-2A5E-0919-87B542622E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9BFE7B-05B5-5C7E-7151-5FE18EA21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AE8D0-3BB5-4E96-AA44-2986FAF59F9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9461C5-F57C-DEBD-4A25-E587061B8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BC01-5911-CF82-1B6E-25E6C6E49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D4BA78-003D-446C-A1D4-1ADA5A1F9D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733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F7CE5-8719-2921-957C-123624ECB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48C643-B9F5-370B-A678-D5C495588AE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B147E-EA2F-7DD9-F25A-1037BC2A9F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8919AF-1E9A-9934-14FF-E4020F3F2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AE8D0-3BB5-4E96-AA44-2986FAF59F9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ECF77-C17B-5CCA-7C5C-02F0CE85A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EFAF7B-43E6-D8CE-76E4-1E6B36E0C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D4BA78-003D-446C-A1D4-1ADA5A1F9D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586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BBE09-7489-8F20-21B2-E83AB81BF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359042-DE54-E7CE-58EC-ADEFCFBBE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8D806-0CDB-DCBF-D168-CF1F48B9A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AE8D0-3BB5-4E96-AA44-2986FAF59F9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60BEA-3816-5CE1-64C3-8F368A27A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8F38F-8B0B-9586-3B67-FDF5A3438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D4BA78-003D-446C-A1D4-1ADA5A1F9D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07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CBB421-A940-13D7-2CD6-459056B90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1D9C77-FA4E-A9A7-03B4-E190E0D27D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4FEB3-5F96-F85D-0D14-881E9108A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2AE8D0-3BB5-4E96-AA44-2986FAF59F9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ADFC0-E26B-FC50-06CD-F7D749B45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68CE2-3D8F-038E-C363-38EDADE9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D4BA78-003D-446C-A1D4-1ADA5A1F9D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447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DE8702-C433-A735-A2E6-52D7BA15C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18D08-7B58-35C5-E121-F984DEF3B2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916AA-FD4C-BC36-3D7C-19B95BE6FE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2AE8D0-3BB5-4E96-AA44-2986FAF59F9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78065-D93B-7F36-57F4-BD27DD888E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B623C-5126-ABCD-2279-16D6437F8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D4BA78-003D-446C-A1D4-1ADA5A1F9D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316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M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youtu.be/PNkMKWW8Khw?t=128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xWkA3KBdRI" TargetMode="External"/><Relationship Id="rId2" Type="http://schemas.openxmlformats.org/officeDocument/2006/relationships/hyperlink" Target="https://diffusion.csail.mit.edu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7DE12-ADB2-B02C-6EB2-B0265E163B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Flow Matching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229ACE-84D4-5110-A1E6-0672A9C7A8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346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CBA90-B5BD-7D94-EF14-36632E3B8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78" y="138983"/>
            <a:ext cx="10232923" cy="618101"/>
          </a:xfrm>
        </p:spPr>
        <p:txBody>
          <a:bodyPr>
            <a:normAutofit/>
          </a:bodyPr>
          <a:lstStyle/>
          <a:p>
            <a:r>
              <a:rPr lang="en-US" sz="3600" dirty="0"/>
              <a:t>Generation =   Sampling from Data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EBE98C-10EF-2004-6EAA-3B09F584CB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290" y="1061884"/>
            <a:ext cx="10960510" cy="5115079"/>
          </a:xfrm>
        </p:spPr>
        <p:txBody>
          <a:bodyPr/>
          <a:lstStyle/>
          <a:p>
            <a:r>
              <a:rPr lang="en-US" dirty="0"/>
              <a:t>The distribution of objects we want to generate is </a:t>
            </a:r>
            <a:r>
              <a:rPr lang="en-US" dirty="0" err="1">
                <a:solidFill>
                  <a:srgbClr val="FF0000"/>
                </a:solidFill>
              </a:rPr>
              <a:t>P_data</a:t>
            </a:r>
            <a:endParaRPr lang="en-US" dirty="0">
              <a:solidFill>
                <a:srgbClr val="FF0000"/>
              </a:solidFill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dataset consists of a finite number of samples from the data.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Generation</a:t>
            </a:r>
            <a:r>
              <a:rPr lang="en-US" dirty="0"/>
              <a:t> means </a:t>
            </a:r>
            <a:r>
              <a:rPr lang="en-US" dirty="0">
                <a:solidFill>
                  <a:schemeClr val="accent2"/>
                </a:solidFill>
              </a:rPr>
              <a:t>sampling from data distribution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563B5-081B-C3A7-0F28-CFDA2972F3CA}"/>
              </a:ext>
            </a:extLst>
          </p:cNvPr>
          <p:cNvSpPr txBox="1"/>
          <p:nvPr/>
        </p:nvSpPr>
        <p:spPr>
          <a:xfrm>
            <a:off x="4621162" y="1580465"/>
            <a:ext cx="2045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Distribution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CE838-CAFE-0EFF-9E95-844E03F48F82}"/>
              </a:ext>
            </a:extLst>
          </p:cNvPr>
          <p:cNvSpPr txBox="1"/>
          <p:nvPr/>
        </p:nvSpPr>
        <p:spPr>
          <a:xfrm>
            <a:off x="1502669" y="2276791"/>
            <a:ext cx="36960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Probability Density </a:t>
            </a:r>
            <a:br>
              <a:rPr lang="en-US" dirty="0"/>
            </a:br>
            <a:r>
              <a:rPr lang="en-US" dirty="0"/>
              <a:t>(For </a:t>
            </a:r>
            <a:r>
              <a:rPr lang="en-US" dirty="0">
                <a:solidFill>
                  <a:srgbClr val="FF0000"/>
                </a:solidFill>
              </a:rPr>
              <a:t>Continuous</a:t>
            </a:r>
            <a:r>
              <a:rPr lang="en-US" dirty="0"/>
              <a:t> Random Variables)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610368-71DA-B91A-191F-6841B5CE1F3F}"/>
              </a:ext>
            </a:extLst>
          </p:cNvPr>
          <p:cNvSpPr txBox="1"/>
          <p:nvPr/>
        </p:nvSpPr>
        <p:spPr>
          <a:xfrm>
            <a:off x="5873545" y="2276791"/>
            <a:ext cx="336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Probability Mass </a:t>
            </a:r>
            <a:br>
              <a:rPr lang="en-US" dirty="0"/>
            </a:br>
            <a:r>
              <a:rPr lang="en-US" dirty="0"/>
              <a:t>(For </a:t>
            </a:r>
            <a:r>
              <a:rPr lang="en-US" dirty="0">
                <a:solidFill>
                  <a:srgbClr val="FF0000"/>
                </a:solidFill>
              </a:rPr>
              <a:t>Discrete</a:t>
            </a:r>
            <a:r>
              <a:rPr lang="en-US" dirty="0"/>
              <a:t> Random Variables)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919D34B2-DC9B-FF52-A50F-4AD5CF9CFAD4}"/>
              </a:ext>
            </a:extLst>
          </p:cNvPr>
          <p:cNvSpPr/>
          <p:nvPr/>
        </p:nvSpPr>
        <p:spPr>
          <a:xfrm rot="2209926">
            <a:off x="4247535" y="1939725"/>
            <a:ext cx="186814" cy="3048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911B7DAE-96BD-B09B-0497-2981A6920068}"/>
              </a:ext>
            </a:extLst>
          </p:cNvPr>
          <p:cNvSpPr/>
          <p:nvPr/>
        </p:nvSpPr>
        <p:spPr>
          <a:xfrm rot="18967177">
            <a:off x="6479459" y="1971991"/>
            <a:ext cx="186814" cy="3048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3EA220-C9F3-912E-23C6-F9933385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502" y="3576708"/>
            <a:ext cx="2423370" cy="3581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CE44AA-3FFB-B0BC-43CC-16C9854BF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5523" y="4671418"/>
            <a:ext cx="6210838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560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FCD99-9D40-43D7-30F2-EF5BED840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172085"/>
            <a:ext cx="10515600" cy="681355"/>
          </a:xfrm>
        </p:spPr>
        <p:txBody>
          <a:bodyPr>
            <a:normAutofit/>
          </a:bodyPr>
          <a:lstStyle/>
          <a:p>
            <a:r>
              <a:rPr lang="en-US" sz="3200" dirty="0"/>
              <a:t>Conditional Generation allows us to condition on prompts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B3E92-46E9-167C-24C2-D1CF90516D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6880" y="1137920"/>
            <a:ext cx="10916920" cy="5039043"/>
          </a:xfrm>
        </p:spPr>
        <p:txBody>
          <a:bodyPr/>
          <a:lstStyle/>
          <a:p>
            <a:r>
              <a:rPr lang="en-US" b="1" dirty="0"/>
              <a:t>Unconditional Generation</a:t>
            </a:r>
            <a:r>
              <a:rPr lang="en-US" dirty="0"/>
              <a:t>: Here you do not precise what you want to generate. You just ask the model to generate something and, in this situation, will always generate the same thing.</a:t>
            </a:r>
          </a:p>
          <a:p>
            <a:r>
              <a:rPr lang="en-US" b="1" dirty="0"/>
              <a:t>Conditional Generation</a:t>
            </a:r>
            <a:r>
              <a:rPr lang="en-US" dirty="0"/>
              <a:t>: You give a condition on what you want to generate to guide the process. </a:t>
            </a:r>
          </a:p>
          <a:p>
            <a:pPr marL="457200" lvl="1" indent="0">
              <a:buNone/>
            </a:pPr>
            <a:r>
              <a:rPr lang="en-US" dirty="0"/>
              <a:t>Conditional generation = </a:t>
            </a:r>
            <a:r>
              <a:rPr lang="en-US" dirty="0">
                <a:solidFill>
                  <a:schemeClr val="accent2"/>
                </a:solidFill>
              </a:rPr>
              <a:t>sampling the conditional data distribution</a:t>
            </a:r>
            <a:r>
              <a:rPr lang="en-US" dirty="0"/>
              <a:t>.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E6FAB3-FC41-EB58-1272-7CB649376E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973" y="3779870"/>
            <a:ext cx="2931344" cy="506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2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93837-C254-52A4-12C3-A44395EB0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63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5C782-5D66-4BC3-6F05-1B89BA038A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generation, we always have a starting point:</a:t>
            </a:r>
            <a:r>
              <a:rPr lang="en-US" b="1" dirty="0"/>
              <a:t> Noise, </a:t>
            </a:r>
            <a:r>
              <a:rPr lang="en-US" b="1" dirty="0" err="1"/>
              <a:t>P_init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						sampled from Gaussian D.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A1133E-C8EE-CDE1-A236-63C132B9D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881" y="2429488"/>
            <a:ext cx="4839119" cy="4953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EC3654-F8D6-B830-0F1E-22C903BC8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8569" y="3429000"/>
            <a:ext cx="6013792" cy="1793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9987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21857-3169-B98D-304C-865609E02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1285"/>
            <a:ext cx="10515600" cy="701675"/>
          </a:xfrm>
        </p:spPr>
        <p:txBody>
          <a:bodyPr/>
          <a:lstStyle/>
          <a:p>
            <a:r>
              <a:rPr lang="en-US" dirty="0"/>
              <a:t>Concepts in Flow Matching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F39155-49CE-687A-C541-D1FEDB6F6B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19432" y="1101213"/>
                <a:ext cx="10734368" cy="5635502"/>
              </a:xfrm>
            </p:spPr>
            <p:txBody>
              <a:bodyPr>
                <a:normAutofit fontScale="92500" lnSpcReduction="10000"/>
              </a:bodyPr>
              <a:lstStyle/>
              <a:p>
                <a:pPr marL="514350" indent="-514350">
                  <a:buAutoNum type="arabicPeriod"/>
                </a:pPr>
                <a:r>
                  <a:rPr lang="en-US" b="1" dirty="0"/>
                  <a:t>Trajectory</a:t>
                </a:r>
                <a:r>
                  <a:rPr lang="en-US" dirty="0"/>
                  <a:t>: This is the </a:t>
                </a:r>
                <a:r>
                  <a:rPr lang="en-US" b="1" dirty="0"/>
                  <a:t>displacement </a:t>
                </a:r>
                <a:r>
                  <a:rPr lang="en-US" dirty="0"/>
                  <a:t>or</a:t>
                </a:r>
                <a:r>
                  <a:rPr lang="en-US" b="1" dirty="0"/>
                  <a:t> position function </a:t>
                </a:r>
                <a:r>
                  <a:rPr lang="en-US" dirty="0"/>
                  <a:t>with </a:t>
                </a:r>
                <a:r>
                  <a:rPr lang="en-US" b="1" dirty="0"/>
                  <a:t>respect to time</a:t>
                </a:r>
                <a:r>
                  <a:rPr lang="en-US" dirty="0"/>
                  <a:t>. </a:t>
                </a:r>
                <a:r>
                  <a:rPr lang="en-US" dirty="0">
                    <a:solidFill>
                      <a:schemeClr val="accent2"/>
                    </a:solidFill>
                  </a:rPr>
                  <a:t>Gives us the exact position of noised data as we are moving it from noise to data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	e.g.	X(t) = 2t + t^2, where </a:t>
                </a:r>
                <a:r>
                  <a:rPr lang="en-US" b="1" dirty="0"/>
                  <a:t>t </a:t>
                </a:r>
                <a14:m>
                  <m:oMath xmlns:m="http://schemas.openxmlformats.org/officeDocument/2006/math">
                    <m:r>
                      <a:rPr lang="en-US" b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b="1" dirty="0"/>
                  <a:t> [0, 1]</a:t>
                </a:r>
              </a:p>
              <a:p>
                <a:pPr marL="0" indent="0">
                  <a:buNone/>
                </a:pPr>
                <a:r>
                  <a:rPr lang="en-US" b="1" dirty="0"/>
                  <a:t>2.</a:t>
                </a:r>
                <a:r>
                  <a:rPr lang="en-US" dirty="0"/>
                  <a:t>    </a:t>
                </a:r>
                <a:r>
                  <a:rPr lang="en-US" b="1" dirty="0"/>
                  <a:t>Vector Field</a:t>
                </a:r>
                <a:r>
                  <a:rPr lang="en-US" dirty="0"/>
                  <a:t>: This is the </a:t>
                </a:r>
                <a:r>
                  <a:rPr lang="en-US" b="1" dirty="0"/>
                  <a:t>velocity function </a:t>
                </a:r>
                <a:r>
                  <a:rPr lang="en-US" dirty="0"/>
                  <a:t>with respect to </a:t>
                </a:r>
                <a:r>
                  <a:rPr lang="en-US" b="1" dirty="0"/>
                  <a:t>time and position</a:t>
                </a:r>
                <a:r>
                  <a:rPr lang="en-US" dirty="0"/>
                  <a:t>.</a:t>
                </a:r>
                <a:r>
                  <a:rPr lang="en-US" dirty="0">
                    <a:solidFill>
                      <a:schemeClr val="accent2"/>
                    </a:solidFill>
                  </a:rPr>
                  <a:t> Gives us the velocity of the noised data at any position in in time during its journey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             e.g.    V(X, t) </a:t>
                </a:r>
              </a:p>
              <a:p>
                <a:pPr marL="0" indent="0">
                  <a:buNone/>
                </a:pPr>
                <a:r>
                  <a:rPr lang="en-US" b="1" dirty="0"/>
                  <a:t>3.    ODE</a:t>
                </a:r>
                <a:r>
                  <a:rPr lang="en-US" dirty="0"/>
                  <a:t>: This </a:t>
                </a:r>
                <a:r>
                  <a:rPr lang="en-US" dirty="0">
                    <a:solidFill>
                      <a:schemeClr val="accent2"/>
                    </a:solidFill>
                  </a:rPr>
                  <a:t>links</a:t>
                </a:r>
                <a:r>
                  <a:rPr lang="en-US" dirty="0"/>
                  <a:t> the Vector Field to the Trajectory to actually </a:t>
                </a:r>
                <a:r>
                  <a:rPr lang="en-US" dirty="0">
                    <a:solidFill>
                      <a:schemeClr val="accent2"/>
                    </a:solidFill>
                  </a:rPr>
                  <a:t>make the generation </a:t>
                </a:r>
                <a:r>
                  <a:rPr lang="en-US" dirty="0"/>
                  <a:t>process solvable. It permits us to know that when the noised data is at position X, its velocity is V and therefore should move in that direction and speed. </a:t>
                </a:r>
                <a:r>
                  <a:rPr lang="en-US" dirty="0">
                    <a:solidFill>
                      <a:schemeClr val="accent2"/>
                    </a:solidFill>
                  </a:rPr>
                  <a:t>It defines also the starting position</a:t>
                </a:r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ⅆ</m:t>
                          </m:r>
                        </m:num>
                        <m:den>
                          <m:r>
                            <a:rPr lang="en-US" i="0" dirty="0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0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F39155-49CE-687A-C541-D1FEDB6F6B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9432" y="1101213"/>
                <a:ext cx="10734368" cy="5635502"/>
              </a:xfrm>
              <a:blipFill>
                <a:blip r:embed="rId2"/>
                <a:stretch>
                  <a:fillRect l="-1079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8557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CC50E-705E-3637-4B4F-216273BCB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09946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2B039-30DB-89BC-4703-2DA17A7AEB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916" y="1396181"/>
            <a:ext cx="10586884" cy="4780782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4.   Flow</a:t>
            </a:r>
            <a:r>
              <a:rPr lang="en-US" dirty="0"/>
              <a:t>: Collection of different trajectories, X(t), that satisfies the ODE.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61FC02-4426-008F-5C83-918005B11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322" y="2253033"/>
            <a:ext cx="7756739" cy="4354244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7434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67621-2522-E656-C755-F2969DBA4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9778"/>
          </a:xfrm>
        </p:spPr>
        <p:txBody>
          <a:bodyPr>
            <a:normAutofit fontScale="90000"/>
          </a:bodyPr>
          <a:lstStyle/>
          <a:p>
            <a:r>
              <a:rPr lang="en-US" dirty="0"/>
              <a:t>ODE Solver: Euler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E4631-803F-CED9-2EBB-FE4055694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9200"/>
            <a:ext cx="10515600" cy="495776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Idea</a:t>
            </a:r>
            <a:r>
              <a:rPr lang="en-US" dirty="0"/>
              <a:t>: we go in the direction of the vector field for small timestep at any time.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8ED105-4D68-8AD4-0DBA-135D07E05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666" y="2262707"/>
            <a:ext cx="6321645" cy="28707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418143-748F-A1FC-3432-3321E2043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0053" y="4373665"/>
            <a:ext cx="4701947" cy="2484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673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30007-246C-848E-9AB5-E49A9B253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4622"/>
            <a:ext cx="10515600" cy="775417"/>
          </a:xfrm>
        </p:spPr>
        <p:txBody>
          <a:bodyPr/>
          <a:lstStyle/>
          <a:p>
            <a:r>
              <a:rPr lang="en-US" dirty="0"/>
              <a:t>Flow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6026A1-EB8C-3127-50C1-6891CC2E5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7084" y="1337187"/>
                <a:ext cx="10596716" cy="4839776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Here we </a:t>
                </a:r>
                <a:r>
                  <a:rPr lang="en-US" b="1" dirty="0"/>
                  <a:t>apply</a:t>
                </a:r>
                <a:r>
                  <a:rPr lang="en-US" dirty="0"/>
                  <a:t> the concept of Flow Matching in </a:t>
                </a:r>
                <a:r>
                  <a:rPr lang="en-US" b="1" dirty="0"/>
                  <a:t>machine learning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We start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init</m:t>
                        </m:r>
                      </m:sub>
                    </m:sSub>
                  </m:oMath>
                </a14:m>
                <a:r>
                  <a:rPr lang="en-US" dirty="0"/>
                  <a:t> and go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sz="3600" b="1" dirty="0">
                    <a:solidFill>
                      <a:srgbClr val="C00000"/>
                    </a:solidFill>
                  </a:rPr>
                  <a:t>Setup:</a:t>
                </a:r>
                <a:endParaRPr lang="en-US" b="1" dirty="0">
                  <a:solidFill>
                    <a:srgbClr val="C00000"/>
                  </a:solidFill>
                </a:endParaRPr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n-US" dirty="0"/>
                  <a:t>We have a </a:t>
                </a:r>
                <a:r>
                  <a:rPr lang="en-US" b="1" dirty="0">
                    <a:solidFill>
                      <a:schemeClr val="accent2"/>
                    </a:solidFill>
                  </a:rPr>
                  <a:t>Neural Network (</a:t>
                </a:r>
                <a:r>
                  <a:rPr lang="el-GR" b="1" dirty="0">
                    <a:solidFill>
                      <a:schemeClr val="accent2"/>
                    </a:solidFill>
                  </a:rPr>
                  <a:t>θ</a:t>
                </a:r>
                <a:r>
                  <a:rPr lang="en-US" b="1" dirty="0">
                    <a:solidFill>
                      <a:schemeClr val="accent2"/>
                    </a:solidFill>
                  </a:rPr>
                  <a:t>)</a:t>
                </a:r>
                <a:r>
                  <a:rPr lang="en-US" dirty="0"/>
                  <a:t>, that gives us the </a:t>
                </a:r>
                <a:r>
                  <a:rPr lang="en-US" b="1" dirty="0"/>
                  <a:t>vector field(velocity)</a:t>
                </a:r>
                <a:r>
                  <a:rPr lang="en-US" dirty="0"/>
                  <a:t> for any </a:t>
                </a:r>
                <a:r>
                  <a:rPr lang="en-US" b="1" dirty="0"/>
                  <a:t>position X</a:t>
                </a:r>
                <a:r>
                  <a:rPr lang="en-US" dirty="0"/>
                  <a:t> and at any given </a:t>
                </a:r>
                <a:r>
                  <a:rPr lang="en-US" b="1" dirty="0"/>
                  <a:t>time t</a:t>
                </a:r>
                <a:r>
                  <a:rPr lang="en-US" dirty="0"/>
                  <a:t>.</a:t>
                </a:r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n-US" dirty="0"/>
                  <a:t>We start with noised data with </a:t>
                </a:r>
                <a:r>
                  <a:rPr lang="en-US" dirty="0">
                    <a:solidFill>
                      <a:schemeClr val="accent2"/>
                    </a:solidFill>
                  </a:rPr>
                  <a:t>random init</a:t>
                </a:r>
                <a:r>
                  <a:rPr lang="en-US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init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>
                  <a:buFont typeface="Wingdings" panose="05000000000000000000" pitchFamily="2" charset="2"/>
                  <a:buChar char="q"/>
                </a:pPr>
                <a:r>
                  <a:rPr lang="en-US" dirty="0">
                    <a:solidFill>
                      <a:schemeClr val="accent2"/>
                    </a:solidFill>
                  </a:rPr>
                  <a:t>ODE</a:t>
                </a:r>
                <a:r>
                  <a:rPr lang="en-US" dirty="0"/>
                  <a:t>, that we simulate.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dirty="0">
                            <a:latin typeface="Cambria Math" panose="02040503050406030204" pitchFamily="18" charset="0"/>
                          </a:rPr>
                          <m:t>ⅆ</m:t>
                        </m:r>
                      </m:num>
                      <m:den>
                        <m:r>
                          <a:rPr lang="en-US" i="0" dirty="0">
                            <a:latin typeface="Cambria Math" panose="02040503050406030204" pitchFamily="18" charset="0"/>
                          </a:rPr>
                          <m:t>ⅆ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0" dirty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𝜃</m:t>
                        </m:r>
                      </m:sup>
                    </m:sSubSup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where </a:t>
                </a:r>
                <a:r>
                  <a:rPr lang="el-GR" dirty="0"/>
                  <a:t>θ</a:t>
                </a:r>
                <a:r>
                  <a:rPr lang="en-US" dirty="0"/>
                  <a:t> is the neural network.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6026A1-EB8C-3127-50C1-6891CC2E5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7084" y="1337187"/>
                <a:ext cx="10596716" cy="4839776"/>
              </a:xfrm>
              <a:blipFill>
                <a:blip r:embed="rId2"/>
                <a:stretch>
                  <a:fillRect l="-1725" t="-21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D414862-C005-7A2F-D50C-A2CC949F9431}"/>
                  </a:ext>
                </a:extLst>
              </p:cNvPr>
              <p:cNvSpPr txBox="1"/>
              <p:nvPr/>
            </p:nvSpPr>
            <p:spPr>
              <a:xfrm>
                <a:off x="9094837" y="6082501"/>
                <a:ext cx="2782529" cy="523220"/>
              </a:xfrm>
              <a:prstGeom prst="rect">
                <a:avLst/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Goal: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dirty="0" smtClean="0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𝑑𝑎𝑡𝑎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D414862-C005-7A2F-D50C-A2CC949F94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837" y="6082501"/>
                <a:ext cx="2782529" cy="523220"/>
              </a:xfrm>
              <a:prstGeom prst="rect">
                <a:avLst/>
              </a:prstGeom>
              <a:blipFill>
                <a:blip r:embed="rId3"/>
                <a:stretch>
                  <a:fillRect l="-4357" t="-11236" b="-280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1712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8A03-AA16-FAD1-B095-BD61C75FC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54187-F13A-184C-13E7-068416F38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871E5F-33ED-0AD6-6F27-4AD681E4D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788" y="311031"/>
            <a:ext cx="7956092" cy="5865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178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3273E-C572-4F20-5780-284915BF4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387" y="178313"/>
            <a:ext cx="10515600" cy="817260"/>
          </a:xfrm>
        </p:spPr>
        <p:txBody>
          <a:bodyPr/>
          <a:lstStyle/>
          <a:p>
            <a:r>
              <a:rPr lang="en-US" dirty="0"/>
              <a:t>Sampling using a Flow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F00AC-A791-9766-A4CA-82C21C7A4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413" y="1253331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only difference between this algorithm(Flow Model) and the previous one (ODE Solver), is that the </a:t>
            </a:r>
            <a:r>
              <a:rPr lang="en-US" b="1" dirty="0"/>
              <a:t>vector field </a:t>
            </a:r>
            <a:r>
              <a:rPr lang="en-US" dirty="0"/>
              <a:t>used here is computed by a </a:t>
            </a:r>
            <a:r>
              <a:rPr lang="en-US" b="1" dirty="0"/>
              <a:t>Neural Network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25B387-515A-1C15-0C3A-4EC7D0B64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838" y="2822341"/>
            <a:ext cx="8041149" cy="3612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5794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B5AC-CAC5-2B44-86F3-698BF5FB3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Diffusion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4B7977-3849-2EF1-7E7A-3E9054F4F1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Diffusion is characterized by </a:t>
                </a:r>
                <a:r>
                  <a:rPr lang="en-US" b="1" dirty="0"/>
                  <a:t>stochasticity/randomness</a:t>
                </a:r>
                <a:r>
                  <a:rPr lang="en-US" dirty="0"/>
                  <a:t> in its trajectory.</a:t>
                </a:r>
              </a:p>
              <a:p>
                <a:r>
                  <a:rPr lang="en-US" b="1" dirty="0"/>
                  <a:t>Stochastic Process</a:t>
                </a:r>
                <a:r>
                  <a:rPr lang="en-US" dirty="0"/>
                  <a:t>: A displacement function X(t) but with some </a:t>
                </a:r>
                <a:r>
                  <a:rPr lang="en-US" b="1" dirty="0"/>
                  <a:t>randomness</a:t>
                </a:r>
                <a:r>
                  <a:rPr lang="en-US" dirty="0"/>
                  <a:t>.</a:t>
                </a:r>
              </a:p>
              <a:p>
                <a:r>
                  <a:rPr lang="en-US" b="1" dirty="0"/>
                  <a:t>Vector field</a:t>
                </a:r>
                <a:r>
                  <a:rPr lang="en-US" dirty="0"/>
                  <a:t>: The </a:t>
                </a:r>
                <a:r>
                  <a:rPr lang="en-US" b="1" dirty="0"/>
                  <a:t>velocity function </a:t>
                </a:r>
                <a:r>
                  <a:rPr lang="en-US" dirty="0"/>
                  <a:t>with respect to </a:t>
                </a:r>
                <a:r>
                  <a:rPr lang="en-US" dirty="0">
                    <a:solidFill>
                      <a:schemeClr val="accent2"/>
                    </a:solidFill>
                  </a:rPr>
                  <a:t>position</a:t>
                </a:r>
                <a:r>
                  <a:rPr lang="en-US" dirty="0"/>
                  <a:t> and </a:t>
                </a:r>
                <a:r>
                  <a:rPr lang="en-US" dirty="0">
                    <a:solidFill>
                      <a:schemeClr val="accent2"/>
                    </a:solidFill>
                  </a:rPr>
                  <a:t>time</a:t>
                </a:r>
                <a:r>
                  <a:rPr lang="en-US" dirty="0"/>
                  <a:t>, + </a:t>
                </a:r>
                <a:r>
                  <a:rPr lang="en-US" b="1" dirty="0"/>
                  <a:t>Diffusion Coefficient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US" dirty="0"/>
                  <a:t> with respect to </a:t>
                </a:r>
                <a:r>
                  <a:rPr lang="en-US" dirty="0">
                    <a:solidFill>
                      <a:schemeClr val="accent2"/>
                    </a:solidFill>
                  </a:rPr>
                  <a:t>time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SDE</a:t>
                </a:r>
                <a:r>
                  <a:rPr lang="en-US" dirty="0"/>
                  <a:t>: Links the Vector field  to the stochastic process. </a:t>
                </a:r>
                <a:r>
                  <a:rPr lang="en-US" b="1" dirty="0"/>
                  <a:t>Defines the starting point</a:t>
                </a:r>
                <a:r>
                  <a:rPr lang="en-US" dirty="0"/>
                  <a:t>. At any position in time, it tells us the </a:t>
                </a:r>
                <a:r>
                  <a:rPr lang="en-US" b="1" dirty="0"/>
                  <a:t>direction</a:t>
                </a:r>
                <a:r>
                  <a:rPr lang="en-US" dirty="0"/>
                  <a:t> and </a:t>
                </a:r>
                <a:r>
                  <a:rPr lang="en-US" b="1" dirty="0"/>
                  <a:t>speed</a:t>
                </a:r>
                <a:r>
                  <a:rPr lang="en-US" dirty="0"/>
                  <a:t> with which we should move.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dirty="0" smtClean="0">
                          <a:latin typeface="Cambria Math" panose="02040503050406030204" pitchFamily="18" charset="0"/>
                        </a:rPr>
                        <m:t>ⅆ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0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0" dirty="0">
                          <a:latin typeface="Cambria Math" panose="02040503050406030204" pitchFamily="18" charset="0"/>
                        </a:rPr>
                        <m:t>ⅆ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0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1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dirty="0"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n-US" b="1" i="1" dirty="0"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en-US" i="0" dirty="0">
                          <a:latin typeface="Cambria Math" panose="02040503050406030204" pitchFamily="18" charset="0"/>
                        </a:rPr>
                        <m:t>ⅆ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4B7977-3849-2EF1-7E7A-3E9054F4F1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10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CDB5C4F2-41C2-45AC-D260-F1A7E5B71B82}"/>
              </a:ext>
            </a:extLst>
          </p:cNvPr>
          <p:cNvSpPr txBox="1"/>
          <p:nvPr/>
        </p:nvSpPr>
        <p:spPr>
          <a:xfrm>
            <a:off x="8180439" y="5569545"/>
            <a:ext cx="37854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dWt</a:t>
            </a:r>
            <a:r>
              <a:rPr lang="en-US" dirty="0"/>
              <a:t> is the Brownian motion, the source of stochasticity/randomness/noise.</a:t>
            </a:r>
          </a:p>
        </p:txBody>
      </p:sp>
    </p:spTree>
    <p:extLst>
      <p:ext uri="{BB962C8B-B14F-4D97-AF65-F5344CB8AC3E}">
        <p14:creationId xmlns:p14="http://schemas.microsoft.com/office/powerpoint/2010/main" val="967622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73206-768C-F742-09BF-B027D8964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AACDF-6C19-EB3D-D9A4-8A588F55E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only different between SDE and ODE simulation is that SDE include </a:t>
            </a:r>
            <a:r>
              <a:rPr lang="en-US" b="1" dirty="0"/>
              <a:t>stochasticity.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EE0016-9608-9009-BB30-6D3BFF291B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3781" y="2967398"/>
            <a:ext cx="7138219" cy="3890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230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13728-24DA-D14A-27B9-F2039FE84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6C539-E2EB-9787-A28A-92879B7D4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B4192D-69E8-0C8C-23D0-A83E68FCB1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681037"/>
            <a:ext cx="8917218" cy="486882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544684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96663-3F3A-8B39-8787-05185D29F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Diffusion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116AEA-D0B3-15DB-729C-06291D9DF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Idea: we apply Diffusion to machine learning.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Setup: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We have a Neural Network which gives us a velocity at any position and time.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We have a Diffusion coefficient (hyperparameter).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We have a Random init.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We have an SDE.</a:t>
            </a:r>
          </a:p>
        </p:txBody>
      </p:sp>
    </p:spTree>
    <p:extLst>
      <p:ext uri="{BB962C8B-B14F-4D97-AF65-F5344CB8AC3E}">
        <p14:creationId xmlns:p14="http://schemas.microsoft.com/office/powerpoint/2010/main" val="341966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212E0-5A18-9CD1-39C7-83B108315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Summary: </a:t>
            </a:r>
            <a:r>
              <a:rPr lang="en-US" b="1" dirty="0"/>
              <a:t>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0E217-8209-1C7E-F42D-FBD57AB9E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B8EF06-14B7-037D-BA40-F81708386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96" y="1464546"/>
            <a:ext cx="9167419" cy="514458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043612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A523B-470C-84D3-E6DD-43F7CFE7C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Homework: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054AC-4E4A-591B-F598-02C5B8396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the knowledge now to do </a:t>
            </a:r>
            <a:r>
              <a:rPr lang="en-US" b="1" dirty="0">
                <a:solidFill>
                  <a:schemeClr val="accent2"/>
                </a:solidFill>
              </a:rPr>
              <a:t>Lab 1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3261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4B7D3-31E6-C552-F4E3-07C7A3CB8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EDB0A-E692-B168-4903-6EB480BA75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Training Flow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07122-02D6-D759-27C1-ED0C94E98B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Training Algorithm</a:t>
            </a:r>
          </a:p>
        </p:txBody>
      </p:sp>
    </p:spTree>
    <p:extLst>
      <p:ext uri="{BB962C8B-B14F-4D97-AF65-F5344CB8AC3E}">
        <p14:creationId xmlns:p14="http://schemas.microsoft.com/office/powerpoint/2010/main" val="1426485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8F738-8735-0B95-8530-065DB9DD8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642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C492-807F-A823-1492-9F529F032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 need to train a model         to give us the velocity.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272137-1F97-49B6-7B8A-3DE2FC1F2094}"/>
                  </a:ext>
                </a:extLst>
              </p:cNvPr>
              <p:cNvSpPr txBox="1"/>
              <p:nvPr/>
            </p:nvSpPr>
            <p:spPr>
              <a:xfrm>
                <a:off x="4891549" y="1825625"/>
                <a:ext cx="392672" cy="3910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𝜃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272137-1F97-49B6-7B8A-3DE2FC1F2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1549" y="1825625"/>
                <a:ext cx="392672" cy="39106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C1880C7-84AA-5A0F-651B-B61C48EE5F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220" y="2524619"/>
            <a:ext cx="5980942" cy="15656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8750260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4BC53-80B8-3121-283E-BEFA8CCA3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593" y="197977"/>
            <a:ext cx="10515600" cy="618101"/>
          </a:xfrm>
        </p:spPr>
        <p:txBody>
          <a:bodyPr>
            <a:noAutofit/>
          </a:bodyPr>
          <a:lstStyle/>
          <a:p>
            <a:r>
              <a:rPr lang="en-US" sz="3200" b="1" dirty="0"/>
              <a:t>Conditional vs Marginal Probability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E6231-7D44-5698-744A-953921A1C4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93" y="1032387"/>
            <a:ext cx="11066207" cy="5144576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Conditional Probability Path</a:t>
            </a:r>
            <a:r>
              <a:rPr lang="en-US" dirty="0"/>
              <a:t>: </a:t>
            </a:r>
            <a:r>
              <a:rPr lang="en-CM" dirty="0"/>
              <a:t>This looks at a path or direction fixed between a </a:t>
            </a:r>
            <a:r>
              <a:rPr lang="en-CM" b="1" dirty="0"/>
              <a:t>specific starting point </a:t>
            </a:r>
            <a:r>
              <a:rPr lang="en-CM" dirty="0"/>
              <a:t>(like random noise) and </a:t>
            </a:r>
            <a:r>
              <a:rPr lang="en-CM" b="1" dirty="0"/>
              <a:t>one exact target image</a:t>
            </a:r>
            <a:r>
              <a:rPr lang="en-US" b="1" dirty="0"/>
              <a:t>. </a:t>
            </a:r>
            <a:r>
              <a:rPr lang="en-US" dirty="0"/>
              <a:t>Both ends are </a:t>
            </a:r>
            <a:r>
              <a:rPr lang="en-US" b="1" dirty="0"/>
              <a:t>fixed.</a:t>
            </a:r>
          </a:p>
          <a:p>
            <a:pPr lvl="0"/>
            <a:r>
              <a:rPr lang="en-US" b="1" dirty="0">
                <a:solidFill>
                  <a:srgbClr val="FF0000"/>
                </a:solidFill>
              </a:rPr>
              <a:t>Marginal Probability Path</a:t>
            </a:r>
            <a:r>
              <a:rPr lang="en-US" b="1" dirty="0"/>
              <a:t>: </a:t>
            </a:r>
            <a:r>
              <a:rPr lang="en-CM" dirty="0"/>
              <a:t>This looks at the big picture. It describes how to </a:t>
            </a:r>
            <a:r>
              <a:rPr lang="en-CM" dirty="0">
                <a:solidFill>
                  <a:schemeClr val="accent2">
                    <a:lumMod val="75000"/>
                  </a:schemeClr>
                </a:solidFill>
              </a:rPr>
              <a:t>transform</a:t>
            </a:r>
            <a:r>
              <a:rPr lang="en-CM" dirty="0"/>
              <a:t> a </a:t>
            </a:r>
            <a:r>
              <a:rPr lang="en-CM" b="1" dirty="0"/>
              <a:t>whole cloud of random noise </a:t>
            </a:r>
            <a:r>
              <a:rPr lang="en-CM" dirty="0"/>
              <a:t>into the </a:t>
            </a:r>
            <a:r>
              <a:rPr lang="en-CM" b="1" dirty="0"/>
              <a:t>entire dataset distribution</a:t>
            </a:r>
            <a:r>
              <a:rPr lang="en-US" b="1" dirty="0"/>
              <a:t>. </a:t>
            </a:r>
            <a:r>
              <a:rPr lang="en-CM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This is what the AI ultimately needs to learn to generate new images, but it is too complex to calculate directly</a:t>
            </a:r>
            <a:r>
              <a:rPr lang="en-CM" dirty="0"/>
              <a:t>.</a:t>
            </a:r>
          </a:p>
          <a:p>
            <a:pPr marL="0" indent="0">
              <a:buNone/>
            </a:pPr>
            <a:br>
              <a:rPr lang="en-CM" dirty="0"/>
            </a:br>
            <a:endParaRPr lang="en-CM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EEA1A2-3E6A-19F9-7956-B9F53641C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580" y="4083725"/>
            <a:ext cx="7231474" cy="18519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0FF128-77FB-F0D4-99FA-0E7199536B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871" y="6043843"/>
            <a:ext cx="5244129" cy="814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150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33713-FFFA-7371-044A-3592C5187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271" y="237306"/>
            <a:ext cx="10515600" cy="657430"/>
          </a:xfrm>
        </p:spPr>
        <p:txBody>
          <a:bodyPr>
            <a:normAutofit/>
          </a:bodyPr>
          <a:lstStyle/>
          <a:p>
            <a:r>
              <a:rPr lang="en-US" sz="4000" b="1" dirty="0"/>
              <a:t>Probability Paths</a:t>
            </a:r>
            <a:r>
              <a:rPr lang="en-US" sz="4000" dirty="0"/>
              <a:t>: The Path from Noise to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BB667-2E50-5092-5EE3-E8B1F7A1C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D471B7-A341-2A2D-23F7-251B6ABB4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7803534" cy="3322297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4234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662C68-0386-3380-E291-5F09A8A7F2A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Conditional Probability Path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0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662C68-0386-3380-E291-5F09A8A7F2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2064D-B9F9-CF6C-B965-0C1D4651B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1B60F5-00AD-6218-D7AD-251D3728D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238" y="1928129"/>
            <a:ext cx="9387574" cy="3871026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2042962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08D7E-8E74-9B0D-0260-3F43AC36E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44CD0-EBCA-E271-9219-0938D7F7B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2DC734-270E-C08A-72AB-695A0996F2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65125"/>
            <a:ext cx="8522111" cy="4926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4960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44C95-B2C3-34EA-4956-C15FBE54D4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284" y="1803754"/>
                <a:ext cx="11983064" cy="5054245"/>
              </a:xfrm>
            </p:spPr>
            <p:txBody>
              <a:bodyPr/>
              <a:lstStyle/>
              <a:p>
                <a:r>
                  <a:rPr lang="en-CM" dirty="0"/>
                  <a:t>The </a:t>
                </a:r>
                <a:r>
                  <a:rPr lang="en-CM" b="1" dirty="0"/>
                  <a:t>Gaussian example </a:t>
                </a:r>
                <a:r>
                  <a:rPr lang="en-CM" dirty="0"/>
                  <a:t>defines a bell curve distribution that changes over time </a:t>
                </a:r>
                <a:r>
                  <a:rPr lang="en-US" dirty="0"/>
                  <a:t>t</a:t>
                </a:r>
                <a:r>
                  <a:rPr lang="en-CM" dirty="0"/>
                  <a:t> to smoothly transform pure noise into your specific data point </a:t>
                </a:r>
                <a:r>
                  <a:rPr lang="en-US" dirty="0"/>
                  <a:t>z</a:t>
                </a:r>
                <a:r>
                  <a:rPr lang="en-CM" dirty="0"/>
                  <a:t>.</a:t>
                </a:r>
                <a:endParaRPr lang="en-US" dirty="0"/>
              </a:p>
              <a:p>
                <a:r>
                  <a:rPr lang="en-US" b="1" dirty="0"/>
                  <a:t>N(…)</a:t>
                </a:r>
                <a:r>
                  <a:rPr lang="en-CM" dirty="0"/>
                  <a:t>: This stands for a </a:t>
                </a:r>
                <a:r>
                  <a:rPr lang="en-CM" b="1" dirty="0"/>
                  <a:t>Normal (Gaussian) Distribution</a:t>
                </a:r>
                <a:r>
                  <a:rPr lang="en-CM" dirty="0"/>
                  <a:t>. It means that at any given moment in time, the AI sees a fuzzy cloud of points centered around a specific middle point.</a:t>
                </a:r>
                <a:endParaRPr lang="en-US" dirty="0"/>
              </a:p>
              <a:p>
                <a:r>
                  <a:rPr lang="en-US" b="1" dirty="0"/>
                  <a:t>Mean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𝜶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en-US" b="1" i="1" dirty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r>
                  <a:rPr lang="en-US" b="1" dirty="0"/>
                  <a:t>): </a:t>
                </a:r>
                <a:r>
                  <a:rPr lang="en-CM" dirty="0"/>
                  <a:t>This is the </a:t>
                </a:r>
                <a:r>
                  <a:rPr lang="en-CM" b="1" dirty="0"/>
                  <a:t>center of the cloud</a:t>
                </a:r>
                <a:r>
                  <a:rPr lang="en-CM" dirty="0"/>
                  <a:t>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CM" dirty="0"/>
                  <a:t>is a scaling factor that changes from time t=0</a:t>
                </a:r>
                <a:r>
                  <a:rPr lang="en-US" dirty="0"/>
                  <a:t> </a:t>
                </a:r>
                <a:r>
                  <a:rPr lang="en-CM" dirty="0"/>
                  <a:t>to t=1.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q"/>
                </a:pPr>
                <a:r>
                  <a:rPr lang="en-CM" dirty="0"/>
                  <a:t>At the start </a:t>
                </a:r>
                <a:r>
                  <a:rPr lang="en-US" dirty="0"/>
                  <a:t>(</a:t>
                </a:r>
                <a:r>
                  <a:rPr lang="en-CM" dirty="0"/>
                  <a:t>t=0</a:t>
                </a:r>
                <a:r>
                  <a:rPr lang="en-US" dirty="0"/>
                  <a:t>)</a:t>
                </a:r>
                <a:r>
                  <a:rPr lang="en-CM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M" dirty="0"/>
                  <a:t>= 0, so the center is at 0 (pure random noise).</a:t>
                </a:r>
              </a:p>
              <a:p>
                <a:pPr lvl="1">
                  <a:buFont typeface="Wingdings" panose="05000000000000000000" pitchFamily="2" charset="2"/>
                  <a:buChar char="q"/>
                </a:pPr>
                <a:r>
                  <a:rPr lang="en-CM" dirty="0"/>
                  <a:t>At the end </a:t>
                </a:r>
                <a:r>
                  <a:rPr lang="en-US" dirty="0"/>
                  <a:t>(</a:t>
                </a:r>
                <a:r>
                  <a:rPr lang="en-CM" dirty="0"/>
                  <a:t>t=1),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M" dirty="0"/>
                  <a:t>= 1, so the center moves exactly to your data point </a:t>
                </a:r>
                <a:r>
                  <a:rPr lang="en-CM" b="1" dirty="0"/>
                  <a:t>z</a:t>
                </a:r>
                <a:r>
                  <a:rPr lang="en-US" dirty="0"/>
                  <a:t>.</a:t>
                </a:r>
                <a:endParaRPr lang="en-CM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44C95-B2C3-34EA-4956-C15FBE54D4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284" y="1803754"/>
                <a:ext cx="11983064" cy="5054245"/>
              </a:xfrm>
              <a:blipFill>
                <a:blip r:embed="rId2"/>
                <a:stretch>
                  <a:fillRect l="-916" t="-2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7E379D0-4A1A-1A10-1409-69941FFAF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6263148" cy="171393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207633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98590-C84A-0CFA-10E6-573CC6211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796E7F-C402-317E-8C98-23D1E4F2ED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Variance (          )</a:t>
                </a:r>
                <a:r>
                  <a:rPr lang="en-US" dirty="0"/>
                  <a:t>: </a:t>
                </a:r>
                <a:r>
                  <a:rPr lang="en-CM" dirty="0"/>
                  <a:t>This is the </a:t>
                </a:r>
                <a:r>
                  <a:rPr lang="en-CM" b="1" dirty="0"/>
                  <a:t>fuzziness or spread of the cloud</a:t>
                </a:r>
                <a:endParaRPr lang="en-CM" dirty="0"/>
              </a:p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controls how wide the cloud is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dirty="0"/>
                  <a:t> means it spreads equally in all directions.</a:t>
                </a:r>
              </a:p>
              <a:p>
                <a:r>
                  <a:rPr lang="en-US" dirty="0"/>
                  <a:t>As time moves toward 1.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shrinks close to 0, squeezing the wide, blurry noise cloud into a sharp, clear point.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796E7F-C402-317E-8C98-23D1E4F2ED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052839-F116-DA7A-B6FA-B28B96FB4780}"/>
                  </a:ext>
                </a:extLst>
              </p:cNvPr>
              <p:cNvSpPr txBox="1"/>
              <p:nvPr/>
            </p:nvSpPr>
            <p:spPr>
              <a:xfrm>
                <a:off x="2826774" y="1902542"/>
                <a:ext cx="663515" cy="3717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052839-F116-DA7A-B6FA-B28B96FB47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6774" y="1902542"/>
                <a:ext cx="663515" cy="371768"/>
              </a:xfrm>
              <a:prstGeom prst="rect">
                <a:avLst/>
              </a:prstGeom>
              <a:blipFill>
                <a:blip r:embed="rId3"/>
                <a:stretch>
                  <a:fillRect l="-17431" t="-1639" r="-3670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2560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8FEEC-B14D-756E-C232-2DA9AC3A0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97804-A6A6-97E5-0433-B11B52EF4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17B36D-D1EC-1C04-0DA9-7C6D80FD1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1535"/>
            <a:ext cx="10515600" cy="649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4974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04667-54CF-9724-51B8-9D8EDCAE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D37CD-DD3C-D76C-9AC6-26AEEDBD97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637" y="2055812"/>
            <a:ext cx="6272982" cy="77298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 err="1"/>
              <a:t>Pdata</a:t>
            </a:r>
            <a:r>
              <a:rPr lang="en-US" b="1" dirty="0"/>
              <a:t>(z) </a:t>
            </a:r>
            <a:r>
              <a:rPr lang="en-US" dirty="0"/>
              <a:t>is similar to the weight for each z in real life.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014EF5-6A7F-4E04-2241-83A88D079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753814" cy="1825625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952CA6-8A15-1358-616F-CF404F280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019" y="2963734"/>
            <a:ext cx="6272981" cy="389426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0063A8-FB79-23E4-67FF-2D5B6DB61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55813"/>
            <a:ext cx="4839119" cy="2987299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4B686D-3CD6-3CA0-1289-09C37634EA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356730"/>
            <a:ext cx="4839119" cy="150127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917267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0866C-93EC-6462-88EC-07F722F66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8FF0F-42AE-350D-DFC6-4BBD805D2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2EABAE-69AC-E205-A78B-EF49B1FC0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5451261" cy="231058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7C03AA-CB1D-942D-32CE-CE1C5E4D2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45517"/>
            <a:ext cx="5303980" cy="1646063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609878-57C2-4EE4-1C7F-636731441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125" y="-1"/>
            <a:ext cx="5486875" cy="5349704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226194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FC0B5-F4DB-3E5D-8455-79718A69F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403123"/>
            <a:ext cx="10950677" cy="5773840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https://youtu.be/PNkMKWW8Khw?t=1286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3486A7-C7B6-96EC-8181-F39311BE7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4200"/>
            <a:ext cx="6157683" cy="329098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C69204-1C6C-805B-1637-860381307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5636" y="3567013"/>
            <a:ext cx="6036365" cy="329098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1154731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B9F63-955C-9190-5A79-3187D45AB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406" y="227473"/>
            <a:ext cx="10515600" cy="627933"/>
          </a:xfrm>
        </p:spPr>
        <p:txBody>
          <a:bodyPr>
            <a:normAutofit fontScale="90000"/>
          </a:bodyPr>
          <a:lstStyle/>
          <a:p>
            <a:r>
              <a:rPr lang="en-US" dirty="0"/>
              <a:t>Conditional Vector Field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43B59-0127-89BB-C14A-C74EC697E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7" y="1160206"/>
            <a:ext cx="10714703" cy="501675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It is the linear weighting between 2 points x and z.</a:t>
            </a:r>
          </a:p>
          <a:p>
            <a:pPr marL="0" indent="0">
              <a:buNone/>
            </a:pPr>
            <a:r>
              <a:rPr lang="en-US" dirty="0"/>
              <a:t>It follows the conditional probability path.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FF2137-F8DF-2166-0114-252454D52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145" y="2989006"/>
            <a:ext cx="7058856" cy="3868994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BFCBAF-8E5B-99C7-184E-AEBBC4D5A907}"/>
              </a:ext>
            </a:extLst>
          </p:cNvPr>
          <p:cNvSpPr txBox="1"/>
          <p:nvPr/>
        </p:nvSpPr>
        <p:spPr>
          <a:xfrm>
            <a:off x="344129" y="5051463"/>
            <a:ext cx="22685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X</a:t>
            </a:r>
            <a:r>
              <a:rPr lang="en-US" dirty="0"/>
              <a:t> is the noised image</a:t>
            </a:r>
            <a:endParaRPr lang="en-US" b="1" dirty="0"/>
          </a:p>
          <a:p>
            <a:r>
              <a:rPr lang="en-US" b="1" dirty="0"/>
              <a:t>Z</a:t>
            </a:r>
            <a:r>
              <a:rPr lang="en-US" dirty="0"/>
              <a:t> is the real image</a:t>
            </a:r>
          </a:p>
        </p:txBody>
      </p:sp>
    </p:spTree>
    <p:extLst>
      <p:ext uri="{BB962C8B-B14F-4D97-AF65-F5344CB8AC3E}">
        <p14:creationId xmlns:p14="http://schemas.microsoft.com/office/powerpoint/2010/main" val="27417556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2A041-4282-9AED-4E08-5EA7874BE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929" y="207810"/>
            <a:ext cx="10515600" cy="657430"/>
          </a:xfrm>
        </p:spPr>
        <p:txBody>
          <a:bodyPr>
            <a:normAutofit/>
          </a:bodyPr>
          <a:lstStyle/>
          <a:p>
            <a:r>
              <a:rPr lang="en-US" sz="3600" dirty="0"/>
              <a:t>Marginal Vector Field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8ED614-CBE4-631E-8979-DA144C65F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56" y="1199535"/>
            <a:ext cx="5659844" cy="260608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2D7E-F8A8-2A3B-C332-55C091DED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4207" y="3954677"/>
            <a:ext cx="6527793" cy="290332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8245361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6233F-637E-036A-7305-B294232F0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146"/>
            <a:ext cx="10515600" cy="804914"/>
          </a:xfrm>
        </p:spPr>
        <p:txBody>
          <a:bodyPr/>
          <a:lstStyle/>
          <a:p>
            <a:r>
              <a:rPr lang="en-US" dirty="0"/>
              <a:t>Flow Matching Training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36945B-8DC1-FCF9-B3AE-3500DF5391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77" y="1209367"/>
            <a:ext cx="11147323" cy="4967595"/>
          </a:xfrm>
        </p:spPr>
        <p:txBody>
          <a:bodyPr/>
          <a:lstStyle/>
          <a:p>
            <a:r>
              <a:rPr lang="en-US" dirty="0"/>
              <a:t>The loss is calculated using the </a:t>
            </a:r>
            <a:r>
              <a:rPr lang="en-US" b="1" dirty="0"/>
              <a:t>conditional vector field </a:t>
            </a:r>
            <a:r>
              <a:rPr lang="en-US" dirty="0"/>
              <a:t>as the</a:t>
            </a:r>
            <a:r>
              <a:rPr lang="en-US" b="1" dirty="0"/>
              <a:t> target</a:t>
            </a:r>
            <a:r>
              <a:rPr lang="en-US" dirty="0"/>
              <a:t>.</a:t>
            </a:r>
          </a:p>
          <a:p>
            <a:r>
              <a:rPr lang="en-US" dirty="0"/>
              <a:t>We do not use the </a:t>
            </a:r>
            <a:r>
              <a:rPr lang="en-US" b="1" dirty="0"/>
              <a:t>marginal vector field </a:t>
            </a:r>
            <a:r>
              <a:rPr lang="en-US" dirty="0"/>
              <a:t>as target because it is intractable as we must know all the real data points z.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62EFFC-AE0E-49D9-DA21-F8A3D0226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69831"/>
            <a:ext cx="5938684" cy="2995543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8739414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361BAB9-90C4-09F2-140F-58108EEC368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753917" y="0"/>
                <a:ext cx="10515600" cy="657430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b="1" dirty="0"/>
                  <a:t>Conditional Flow Matching Loss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𝑪𝑭𝑴</m:t>
                        </m:r>
                      </m:sub>
                    </m:sSub>
                  </m:oMath>
                </a14:m>
                <a:r>
                  <a:rPr lang="en-US" b="1" dirty="0"/>
                  <a:t>)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361BAB9-90C4-09F2-140F-58108EEC36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753917" y="0"/>
                <a:ext cx="10515600" cy="657430"/>
              </a:xfrm>
              <a:blipFill>
                <a:blip r:embed="rId2"/>
                <a:stretch>
                  <a:fillRect l="-2087" t="-24074" b="-3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E8D56E7-9E37-6C4E-2359-C5F3F461A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34243"/>
            <a:ext cx="6175698" cy="34290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0BB17F-FE85-D6ED-7497-69F54AF407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9917" y="657430"/>
            <a:ext cx="5342083" cy="283488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37B40B-A242-8DDC-53FC-7398C92B7D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6978" y="4345858"/>
            <a:ext cx="3360931" cy="25121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BF383-16B2-6E00-116D-025A5E5344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3444" y="3787878"/>
            <a:ext cx="5628556" cy="3070122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340980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F47AD-83DE-A2DC-B440-DD4182730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 Algo. For Flow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D6163-E94C-4044-118D-5B7A3171B3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E12AFA-3BC5-9CDD-1618-3F9D1636FD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825624"/>
            <a:ext cx="7265959" cy="3247821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293038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EFD3-AD16-DF38-6F1A-904559DBF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CFC0F-EFE5-31AB-0A4B-72F3353CB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140E31-D5D8-A16F-92CD-6471DE6FCA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42" y="124376"/>
            <a:ext cx="12027168" cy="660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5540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AE3FD-DC7F-7889-667F-71504C874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96467-81B1-0273-B66A-840AFBFF4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0E1873-2331-0913-E34E-04C04F93C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03" y="166556"/>
            <a:ext cx="11636836" cy="654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2688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A340A-3B23-5F7A-A195-9630AA7B9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CF9B0-5F75-88C4-1815-56EAAF9C3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E13C3C-7836-3369-F155-375C40214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27" y="185607"/>
            <a:ext cx="11751012" cy="6537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0911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BC4E-5E05-E420-6F69-CC5A1F154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110" y="109487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Recall In Maths General. The Relation between Conditional and Marginal Probability.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B68D05-E874-D337-7CE2-D58459838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10" y="1439144"/>
            <a:ext cx="2977069" cy="23668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7E6765-BF3A-3989-742E-2889ED079E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37424"/>
            <a:ext cx="5159187" cy="272057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2F80C-5366-200C-1C29-B17F35D0B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9951" y="3337255"/>
            <a:ext cx="5182049" cy="3520745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1961150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9E750-6EBC-EA79-C10A-06FA02E51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16933-0F3E-9256-645E-733B5BDDB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M" dirty="0">
                <a:hlinkClick r:id="rId2"/>
              </a:rPr>
              <a:t>https://diffusion.csail.mit.edu</a:t>
            </a:r>
            <a:endParaRPr lang="en-US" dirty="0"/>
          </a:p>
          <a:p>
            <a:r>
              <a:rPr lang="en-US" dirty="0">
                <a:hlinkClick r:id="rId3"/>
              </a:rPr>
              <a:t>https://youtu.be/KxWkA3KBdRI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232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839</TotalTime>
  <Words>1156</Words>
  <Application>Microsoft Office PowerPoint</Application>
  <PresentationFormat>Widescreen</PresentationFormat>
  <Paragraphs>105</Paragraphs>
  <Slides>38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Aptos Display</vt:lpstr>
      <vt:lpstr>Arial</vt:lpstr>
      <vt:lpstr>Cambria Math</vt:lpstr>
      <vt:lpstr>Wingdings</vt:lpstr>
      <vt:lpstr>Office Theme</vt:lpstr>
      <vt:lpstr>Flow Matching</vt:lpstr>
      <vt:lpstr>Generation =   Sampling from Data Distribution</vt:lpstr>
      <vt:lpstr>Conditional Generation allows us to condition on prompts</vt:lpstr>
      <vt:lpstr>PowerPoint Presentation</vt:lpstr>
      <vt:lpstr>Concepts in Flow Matching</vt:lpstr>
      <vt:lpstr>PowerPoint Presentation</vt:lpstr>
      <vt:lpstr>ODE Solver: Euler Method</vt:lpstr>
      <vt:lpstr>Flow Model</vt:lpstr>
      <vt:lpstr>PowerPoint Presentation</vt:lpstr>
      <vt:lpstr>Sampling using a Flow Model</vt:lpstr>
      <vt:lpstr>Diffusion</vt:lpstr>
      <vt:lpstr>PowerPoint Presentation</vt:lpstr>
      <vt:lpstr>PowerPoint Presentation</vt:lpstr>
      <vt:lpstr>Diffusion Model</vt:lpstr>
      <vt:lpstr>Summary: Sampling</vt:lpstr>
      <vt:lpstr>Course Homework:</vt:lpstr>
      <vt:lpstr>Training Flow Model</vt:lpstr>
      <vt:lpstr>PowerPoint Presentation</vt:lpstr>
      <vt:lpstr>Conditional vs Marginal Probability Path</vt:lpstr>
      <vt:lpstr>Probability Paths: The Path from Noise to Data</vt:lpstr>
      <vt:lpstr>Conditional Probability Path  P_t (.|z)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Conditional Vector Field</vt:lpstr>
      <vt:lpstr>Marginal Vector Field</vt:lpstr>
      <vt:lpstr>Flow Matching Training Algorithm</vt:lpstr>
      <vt:lpstr>Conditional Flow Matching Loss (L_CFM)</vt:lpstr>
      <vt:lpstr>Sampling Algo. For Flow Model</vt:lpstr>
      <vt:lpstr>PowerPoint Presentation</vt:lpstr>
      <vt:lpstr>PowerPoint Presentation</vt:lpstr>
      <vt:lpstr>PowerPoint Presentation</vt:lpstr>
      <vt:lpstr>Recall In Maths General. The Relation between Conditional and Marginal Probability.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Leopold SOKOUDJOU GATSING</dc:creator>
  <cp:lastModifiedBy>Leopold SOKOUDJOU GATSING</cp:lastModifiedBy>
  <cp:revision>1</cp:revision>
  <dcterms:created xsi:type="dcterms:W3CDTF">2026-10-25T09:10:17Z</dcterms:created>
  <dcterms:modified xsi:type="dcterms:W3CDTF">2026-10-25T23:41:05Z</dcterms:modified>
</cp:coreProperties>
</file>