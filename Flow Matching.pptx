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5917EF-6B83-4C85-A0AC-7DB3A52C0879}" v="6" dt="2026-10-25T09:16:06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pold SOKOUDJOU GATSING" userId="bc81bbcc09ece185" providerId="LiveId" clId="{E8A6048F-A3B8-4E3C-9410-B88DE27573D3}"/>
    <pc:docChg chg="undo custSel addSld modSld">
      <pc:chgData name="Leopold SOKOUDJOU GATSING" userId="bc81bbcc09ece185" providerId="LiveId" clId="{E8A6048F-A3B8-4E3C-9410-B88DE27573D3}" dt="2026-10-25T09:20:03.635" v="168" actId="14100"/>
      <pc:docMkLst>
        <pc:docMk/>
      </pc:docMkLst>
      <pc:sldChg chg="modSp new mod">
        <pc:chgData name="Leopold SOKOUDJOU GATSING" userId="bc81bbcc09ece185" providerId="LiveId" clId="{E8A6048F-A3B8-4E3C-9410-B88DE27573D3}" dt="2026-10-25T09:16:20.242" v="34" actId="20577"/>
        <pc:sldMkLst>
          <pc:docMk/>
          <pc:sldMk cId="3052346739" sldId="256"/>
        </pc:sldMkLst>
        <pc:spChg chg="mod">
          <ac:chgData name="Leopold SOKOUDJOU GATSING" userId="bc81bbcc09ece185" providerId="LiveId" clId="{E8A6048F-A3B8-4E3C-9410-B88DE27573D3}" dt="2026-10-25T09:16:20.242" v="34" actId="20577"/>
          <ac:spMkLst>
            <pc:docMk/>
            <pc:sldMk cId="3052346739" sldId="256"/>
            <ac:spMk id="2" creationId="{E087DE12-ADB2-B02C-6EB2-B0265E163B79}"/>
          </ac:spMkLst>
        </pc:spChg>
      </pc:sldChg>
      <pc:sldChg chg="modSp new mod">
        <pc:chgData name="Leopold SOKOUDJOU GATSING" userId="bc81bbcc09ece185" providerId="LiveId" clId="{E8A6048F-A3B8-4E3C-9410-B88DE27573D3}" dt="2026-10-25T09:16:06.158" v="17" actId="20577"/>
        <pc:sldMkLst>
          <pc:docMk/>
          <pc:sldMk cId="3304232584" sldId="257"/>
        </pc:sldMkLst>
        <pc:spChg chg="mod">
          <ac:chgData name="Leopold SOKOUDJOU GATSING" userId="bc81bbcc09ece185" providerId="LiveId" clId="{E8A6048F-A3B8-4E3C-9410-B88DE27573D3}" dt="2026-10-25T09:11:10.280" v="10" actId="20577"/>
          <ac:spMkLst>
            <pc:docMk/>
            <pc:sldMk cId="3304232584" sldId="257"/>
            <ac:spMk id="2" creationId="{E319E750-6EBC-EA79-C10A-06FA02E51903}"/>
          </ac:spMkLst>
        </pc:spChg>
        <pc:spChg chg="mod">
          <ac:chgData name="Leopold SOKOUDJOU GATSING" userId="bc81bbcc09ece185" providerId="LiveId" clId="{E8A6048F-A3B8-4E3C-9410-B88DE27573D3}" dt="2026-10-25T09:16:06.158" v="17" actId="20577"/>
          <ac:spMkLst>
            <pc:docMk/>
            <pc:sldMk cId="3304232584" sldId="257"/>
            <ac:spMk id="3" creationId="{6E616933-0F3E-9256-645E-733B5BDDBC75}"/>
          </ac:spMkLst>
        </pc:spChg>
      </pc:sldChg>
      <pc:sldChg chg="modSp new mod">
        <pc:chgData name="Leopold SOKOUDJOU GATSING" userId="bc81bbcc09ece185" providerId="LiveId" clId="{E8A6048F-A3B8-4E3C-9410-B88DE27573D3}" dt="2026-10-25T09:20:03.635" v="168" actId="14100"/>
        <pc:sldMkLst>
          <pc:docMk/>
          <pc:sldMk cId="1699560917" sldId="258"/>
        </pc:sldMkLst>
        <pc:spChg chg="mod">
          <ac:chgData name="Leopold SOKOUDJOU GATSING" userId="bc81bbcc09ece185" providerId="LiveId" clId="{E8A6048F-A3B8-4E3C-9410-B88DE27573D3}" dt="2026-10-25T09:19:57.875" v="167" actId="1076"/>
          <ac:spMkLst>
            <pc:docMk/>
            <pc:sldMk cId="1699560917" sldId="258"/>
            <ac:spMk id="2" creationId="{F20CBA90-B5BD-7D94-EF14-36632E3B8C1F}"/>
          </ac:spMkLst>
        </pc:spChg>
        <pc:spChg chg="mod">
          <ac:chgData name="Leopold SOKOUDJOU GATSING" userId="bc81bbcc09ece185" providerId="LiveId" clId="{E8A6048F-A3B8-4E3C-9410-B88DE27573D3}" dt="2026-10-25T09:20:03.635" v="168" actId="14100"/>
          <ac:spMkLst>
            <pc:docMk/>
            <pc:sldMk cId="1699560917" sldId="258"/>
            <ac:spMk id="3" creationId="{9AEBE98C-10EF-2004-6EAA-3B09F584CB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CA91-712C-BAB7-5904-5C11F111E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E36F5-5C6A-A1BC-62DE-498E23D07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119CC-7273-9849-8580-5F5871B3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D6D89-C7CA-F6EB-5EC1-740162D7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F64E3-5350-6F63-168E-397F48C9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0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80B7-FBE3-6217-59D6-9A80DED0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88A88-D1EF-BC38-976E-1D92D13DD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32D8E-7600-AF10-EAB8-983F85BF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C03A1-553D-03F5-D445-21D9C82C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43D05-9660-2A0C-E005-BFAB3D4B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239C-4C71-19B8-0531-6E9395AF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D45C1-51E5-9802-4D4A-67D453D40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03C06-A8BC-1F53-C57E-E914780F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2018A-E6CE-6314-CC3F-75591E9D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A3F78-A9BD-1FBF-D15F-144B622F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6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D0E8-81F8-1AA2-433B-B2757EB9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D8859-9349-8D40-486F-8A23F4127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C1789-3F90-BFCB-2A0F-A6EB0C1BA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EF814-2EB4-40E1-39BC-D15E62EE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7C695-FCAD-1186-2F6A-EA49ADAA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A15E6-EBA0-163F-EB59-019FE276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6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68CD-C3FC-9693-E21C-1D394BF8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1A800-0FE1-0E39-F334-811B62195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A794F-F108-043A-E189-BF871EC63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6E8AA-C092-5CB7-7693-C9A9F05A6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C29793-FF91-0E79-960D-3465250DA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46852-3558-F9CF-F8A0-3329F08A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83ADB-043B-886C-B4B8-F619DFD24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D9846-55E7-50EE-1FA5-F9A772BD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0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7FB9-BAC8-F82E-5615-7ECCB663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87ADE-A3E7-90BF-83CF-9CE3073A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95A4F-E473-7D24-7291-942CAB8F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78E9C-9957-944C-4A1E-C8B86095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8296-6A50-F30C-E2EC-A9139007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3F153-8AFD-3E0E-DB99-E4795EB7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879F5-2B34-EFB6-06EB-A76B9672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6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68B9-27A1-6B82-F7F0-6D404F05C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5E640-D12E-4A7B-E839-B82B1439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01A12-BE93-2A5E-0919-87B542622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BFE7B-05B5-5C7E-7151-5FE18EA2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461C5-F57C-DEBD-4A25-E587061B8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BC01-5911-CF82-1B6E-25E6C6E4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33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7CE5-8719-2921-957C-123624EC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8C643-B9F5-370B-A678-D5C495588AE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B147E-EA2F-7DD9-F25A-1037BC2A9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919AF-1E9A-9934-14FF-E4020F3F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ECF77-C17B-5CCA-7C5C-02F0CE85A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FAF7B-43E6-D8CE-76E4-1E6B36E0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8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BE09-7489-8F20-21B2-E83AB81BF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59042-DE54-E7CE-58EC-ADEFCFBBE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D806-0CDB-DCBF-D168-CF1F48B9A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0BEA-3816-5CE1-64C3-8F368A27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8F38F-8B0B-9586-3B67-FDF5A343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0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BB421-A940-13D7-2CD6-459056B90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D9C77-FA4E-A9A7-03B4-E190E0D27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4FEB3-5F96-F85D-0D14-881E9108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DFC0-E26B-FC50-06CD-F7D749B4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8CE2-3D8F-038E-C363-38EDADE9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4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E8702-C433-A735-A2E6-52D7BA15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18D08-7B58-35C5-E121-F984DEF3B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16AA-FD4C-BC36-3D7C-19B95BE6F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AE8D0-3BB5-4E96-AA44-2986FAF59F9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78065-D93B-7F36-57F4-BD27DD888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B623C-5126-ABCD-2279-16D6437F8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4BA78-003D-446C-A1D4-1ADA5A1F9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1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xWkA3KBdRI" TargetMode="External"/><Relationship Id="rId2" Type="http://schemas.openxmlformats.org/officeDocument/2006/relationships/hyperlink" Target="https://diffusion.csail.mit.ed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DE12-ADB2-B02C-6EB2-B0265E163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Flow Matching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9ACE-84D4-5110-A1E6-0672A9C7A8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346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BA90-B5BD-7D94-EF14-36632E3B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8" y="138983"/>
            <a:ext cx="10232923" cy="618101"/>
          </a:xfrm>
        </p:spPr>
        <p:txBody>
          <a:bodyPr>
            <a:normAutofit/>
          </a:bodyPr>
          <a:lstStyle/>
          <a:p>
            <a:r>
              <a:rPr lang="en-US" sz="3600" dirty="0"/>
              <a:t>Generation =   Sampling from Data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BE98C-10EF-2004-6EAA-3B09F584C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061884"/>
            <a:ext cx="10960510" cy="5115079"/>
          </a:xfrm>
        </p:spPr>
        <p:txBody>
          <a:bodyPr/>
          <a:lstStyle/>
          <a:p>
            <a:r>
              <a:rPr lang="en-US" dirty="0"/>
              <a:t>The distribution of objects we want to generate is </a:t>
            </a:r>
            <a:r>
              <a:rPr lang="en-US" dirty="0" err="1"/>
              <a:t>P_data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560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9E750-6EBC-EA79-C10A-06FA02E5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16933-0F3E-9256-645E-733B5BDD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M" dirty="0">
                <a:hlinkClick r:id="rId2"/>
              </a:rPr>
              <a:t>https://diffusion.csail.mit.edu</a:t>
            </a:r>
            <a:endParaRPr lang="en-US" dirty="0"/>
          </a:p>
          <a:p>
            <a:r>
              <a:rPr lang="en-US" dirty="0">
                <a:hlinkClick r:id="rId3"/>
              </a:rPr>
              <a:t>https://youtu.be/KxWkA3KBdRI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3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Flow Matching</vt:lpstr>
      <vt:lpstr>Generation =   Sampling from Data Distribution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Leopold SOKOUDJOU GATSING</dc:creator>
  <cp:lastModifiedBy>Leopold SOKOUDJOU GATSING</cp:lastModifiedBy>
  <cp:revision>1</cp:revision>
  <dcterms:created xsi:type="dcterms:W3CDTF">2026-10-25T09:10:17Z</dcterms:created>
  <dcterms:modified xsi:type="dcterms:W3CDTF">2026-10-25T09:20:14Z</dcterms:modified>
</cp:coreProperties>
</file>